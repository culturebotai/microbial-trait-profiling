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aa470fb66f4013" /><Relationship Type="http://schemas.openxmlformats.org/officeDocument/2006/relationships/extended-properties" Target="/docProps/app.xml" Id="R08177b040f3142fb" /><Relationship Type="http://schemas.openxmlformats.org/officeDocument/2006/relationships/officeDocument" Target="/ppt/presentation.xml" Id="Re20df4759819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83677e903a46c6"/>
  </p:sldMasterIdLst>
  <p:notesMasterIdLst>
    <p:notesMasterId xmlns:r="http://schemas.openxmlformats.org/officeDocument/2006/relationships" r:id="Rab362a3dcb174af5"/>
  </p:notesMasterIdLst>
  <p:sldIdLst>
    <p:sldId xmlns:r="http://schemas.openxmlformats.org/officeDocument/2006/relationships" id="256" r:id="R17451cdc7d1a4216"/>
    <p:sldId xmlns:r="http://schemas.openxmlformats.org/officeDocument/2006/relationships" id="257" r:id="R5ef1e0746b744aa1"/>
    <p:sldId xmlns:r="http://schemas.openxmlformats.org/officeDocument/2006/relationships" id="258" r:id="R078fc248c7844f32"/>
    <p:sldId xmlns:r="http://schemas.openxmlformats.org/officeDocument/2006/relationships" id="259" r:id="R7ba15b9c5f3c4f50"/>
    <p:sldId xmlns:r="http://schemas.openxmlformats.org/officeDocument/2006/relationships" id="260" r:id="Ra6df4a70f7c64b1e"/>
    <p:sldId xmlns:r="http://schemas.openxmlformats.org/officeDocument/2006/relationships" id="261" r:id="Rc4b4d1242c864fba"/>
    <p:sldId xmlns:r="http://schemas.openxmlformats.org/officeDocument/2006/relationships" id="262" r:id="Rbccfef3103144cc4"/>
    <p:sldId xmlns:r="http://schemas.openxmlformats.org/officeDocument/2006/relationships" id="263" r:id="Rb9b993fba6364c90"/>
    <p:sldId xmlns:r="http://schemas.openxmlformats.org/officeDocument/2006/relationships" id="264" r:id="Re1d7aa340df742e2"/>
    <p:sldId xmlns:r="http://schemas.openxmlformats.org/officeDocument/2006/relationships" id="265" r:id="Refac3fc50c87452d"/>
    <p:sldId xmlns:r="http://schemas.openxmlformats.org/officeDocument/2006/relationships" id="266" r:id="Rf3b8f4e597764f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b0b00d0de7495a" /><Relationship Type="http://schemas.openxmlformats.org/officeDocument/2006/relationships/slideMaster" Target="/ppt/slideMasters/slideMaster1.xml" Id="Ra683677e903a46c6" /><Relationship Type="http://schemas.openxmlformats.org/officeDocument/2006/relationships/notesMaster" Target="/ppt/notesMasters/notesMaster1.xml" Id="Rab362a3dcb174af5" /><Relationship Type="http://schemas.openxmlformats.org/officeDocument/2006/relationships/presProps" Target="/ppt/presProps.xml" Id="Rab18f60b6d254887" /><Relationship Type="http://schemas.openxmlformats.org/officeDocument/2006/relationships/tableStyles" Target="/ppt/tableStyles.xml" Id="R2c961f4d23954bd5" /><Relationship Type="http://schemas.openxmlformats.org/officeDocument/2006/relationships/slide" Target="/ppt/slides/slide1.xml" Id="R17451cdc7d1a4216" /><Relationship Type="http://schemas.openxmlformats.org/officeDocument/2006/relationships/slide" Target="/ppt/slides/slide2.xml" Id="R5ef1e0746b744aa1" /><Relationship Type="http://schemas.openxmlformats.org/officeDocument/2006/relationships/slide" Target="/ppt/slides/slide3.xml" Id="R078fc248c7844f32" /><Relationship Type="http://schemas.openxmlformats.org/officeDocument/2006/relationships/slide" Target="/ppt/slides/slide4.xml" Id="R7ba15b9c5f3c4f50" /><Relationship Type="http://schemas.openxmlformats.org/officeDocument/2006/relationships/slide" Target="/ppt/slides/slide5.xml" Id="Ra6df4a70f7c64b1e" /><Relationship Type="http://schemas.openxmlformats.org/officeDocument/2006/relationships/slide" Target="/ppt/slides/slide6.xml" Id="Rc4b4d1242c864fba" /><Relationship Type="http://schemas.openxmlformats.org/officeDocument/2006/relationships/slide" Target="/ppt/slides/slide7.xml" Id="Rbccfef3103144cc4" /><Relationship Type="http://schemas.openxmlformats.org/officeDocument/2006/relationships/slide" Target="/ppt/slides/slide8.xml" Id="Rb9b993fba6364c90" /><Relationship Type="http://schemas.openxmlformats.org/officeDocument/2006/relationships/slide" Target="/ppt/slides/slide9.xml" Id="Re1d7aa340df742e2" /><Relationship Type="http://schemas.openxmlformats.org/officeDocument/2006/relationships/slide" Target="/ppt/slides/slide10.xml" Id="Refac3fc50c87452d" /><Relationship Type="http://schemas.openxmlformats.org/officeDocument/2006/relationships/slide" Target="/ppt/slides/slide11.xml" Id="Rf3b8f4e597764f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482e33d43749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88a16c2d6f451a" /><Relationship Type="http://schemas.openxmlformats.org/officeDocument/2006/relationships/notesMaster" Target="/ppt/notesMasters/notesMaster1.xml" Id="R5479656cc8554a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f1e1d2b6ee4371" /><Relationship Type="http://schemas.openxmlformats.org/officeDocument/2006/relationships/notesMaster" Target="/ppt/notesMasters/notesMaster1.xml" Id="R34268f54a6944d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36d8f513dd4fb2" /><Relationship Type="http://schemas.openxmlformats.org/officeDocument/2006/relationships/notesMaster" Target="/ppt/notesMasters/notesMaster1.xml" Id="Rb343d62b893747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3ccc059f8a47f3" /><Relationship Type="http://schemas.openxmlformats.org/officeDocument/2006/relationships/notesMaster" Target="/ppt/notesMasters/notesMaster1.xml" Id="Rbd08646d10194a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db4325fc064634" /><Relationship Type="http://schemas.openxmlformats.org/officeDocument/2006/relationships/notesMaster" Target="/ppt/notesMasters/notesMaster1.xml" Id="R11ad9c1955fe4d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2d696d54464b5a" /><Relationship Type="http://schemas.openxmlformats.org/officeDocument/2006/relationships/notesMaster" Target="/ppt/notesMasters/notesMaster1.xml" Id="R09c0ac16163044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ad0d83166048b1" /><Relationship Type="http://schemas.openxmlformats.org/officeDocument/2006/relationships/notesMaster" Target="/ppt/notesMasters/notesMaster1.xml" Id="R5e3c68f4b5464a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5d43f47bb6493c" /><Relationship Type="http://schemas.openxmlformats.org/officeDocument/2006/relationships/notesMaster" Target="/ppt/notesMasters/notesMaster1.xml" Id="Rcbee2c901a5e4b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beb05b4cb34725" /><Relationship Type="http://schemas.openxmlformats.org/officeDocument/2006/relationships/notesMaster" Target="/ppt/notesMasters/notesMaster1.xml" Id="R4d3ce222cab541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0d98bed5314c9e" /><Relationship Type="http://schemas.openxmlformats.org/officeDocument/2006/relationships/notesMaster" Target="/ppt/notesMasters/notesMaster1.xml" Id="Rfd5176e0cd2541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fbb86059024bd4" /><Relationship Type="http://schemas.openxmlformats.org/officeDocument/2006/relationships/notesMaster" Target="/ppt/notesMasters/notesMaster1.xml" Id="R087c82296cea49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2931b33a84c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144275d9a143b4" /><Relationship Type="http://schemas.openxmlformats.org/officeDocument/2006/relationships/slideLayout" Target="/ppt/slideLayouts/slideLayout1.xml" Id="Rab069204538e46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069204538e46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3c22f8c074fe2" /><Relationship Type="http://schemas.openxmlformats.org/officeDocument/2006/relationships/image" Target="/ppt/media/image.png" Id="R1c76c740bc0c427a" /><Relationship Type="http://schemas.openxmlformats.org/officeDocument/2006/relationships/notesSlide" Target="/ppt/notesSlides/notesSlide1.xml" Id="R06a98f67691643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52bc832a54345" /><Relationship Type="http://schemas.openxmlformats.org/officeDocument/2006/relationships/image" Target="/ppt/media/image2.png" Id="R22b685739279424e" /><Relationship Type="http://schemas.openxmlformats.org/officeDocument/2006/relationships/notesSlide" Target="/ppt/notesSlides/notesSlide2.xml" Id="Rdc6cea6251ee45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506b0781a4908" /><Relationship Type="http://schemas.openxmlformats.org/officeDocument/2006/relationships/image" Target="/ppt/media/image3.png" Id="R3d82a8df1eb34f79" /><Relationship Type="http://schemas.openxmlformats.org/officeDocument/2006/relationships/notesSlide" Target="/ppt/notesSlides/notesSlide3.xml" Id="Rb457e7d4757d43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5023714004a1b" /><Relationship Type="http://schemas.openxmlformats.org/officeDocument/2006/relationships/image" Target="/ppt/media/image4.png" Id="Rd6e1ee9ab078483d" /><Relationship Type="http://schemas.openxmlformats.org/officeDocument/2006/relationships/notesSlide" Target="/ppt/notesSlides/notesSlide4.xml" Id="R865f3f9b1d6740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0b36f91774d11" /><Relationship Type="http://schemas.openxmlformats.org/officeDocument/2006/relationships/image" Target="/ppt/media/image5.png" Id="Rdcbc096116144d52" /><Relationship Type="http://schemas.openxmlformats.org/officeDocument/2006/relationships/notesSlide" Target="/ppt/notesSlides/notesSlide5.xml" Id="Rc0c45ff782de4f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10f50f4b446ef" /><Relationship Type="http://schemas.openxmlformats.org/officeDocument/2006/relationships/image" Target="/ppt/media/image6.png" Id="R9d0e45ff443548b3" /><Relationship Type="http://schemas.openxmlformats.org/officeDocument/2006/relationships/notesSlide" Target="/ppt/notesSlides/notesSlide6.xml" Id="R4e375d05f2234a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37f93d150461a" /><Relationship Type="http://schemas.openxmlformats.org/officeDocument/2006/relationships/image" Target="/ppt/media/image7.png" Id="R075a92bcfa544d30" /><Relationship Type="http://schemas.openxmlformats.org/officeDocument/2006/relationships/notesSlide" Target="/ppt/notesSlides/notesSlide7.xml" Id="Rd406844d05e140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97df723aa4312" /><Relationship Type="http://schemas.openxmlformats.org/officeDocument/2006/relationships/image" Target="/ppt/media/image8.png" Id="R5cdcc79152d34353" /><Relationship Type="http://schemas.openxmlformats.org/officeDocument/2006/relationships/notesSlide" Target="/ppt/notesSlides/notesSlide8.xml" Id="Rd80cc7aebd1e49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2ba59d2fb44cf" /><Relationship Type="http://schemas.openxmlformats.org/officeDocument/2006/relationships/image" Target="/ppt/media/image9.png" Id="Re03003631b144b1d" /><Relationship Type="http://schemas.openxmlformats.org/officeDocument/2006/relationships/notesSlide" Target="/ppt/notesSlides/notesSlide9.xml" Id="R69bc5af536414d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5a5e8c2d642b6" /><Relationship Type="http://schemas.openxmlformats.org/officeDocument/2006/relationships/image" Target="/ppt/media/image10.png" Id="Rb3eae097387348b2" /><Relationship Type="http://schemas.openxmlformats.org/officeDocument/2006/relationships/notesSlide" Target="/ppt/notesSlides/notesSlide10.xml" Id="R00ceee5a9ca94d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9c1af970f4eea" /><Relationship Type="http://schemas.openxmlformats.org/officeDocument/2006/relationships/image" Target="/ppt/media/image11.png" Id="R89b1f020fb204b29" /><Relationship Type="http://schemas.openxmlformats.org/officeDocument/2006/relationships/notesSlide" Target="/ppt/notesSlides/notesSlide11.xml" Id="R670f5156bbc345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526D13-DAC5-4EE2-89AA-2631A1A0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05566-8AB7-42C6-9FE7-E14E8C5C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3E10E-EFE6-4D2D-B708-E2DC21A3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FACULTATIVE-AEROBE V2 INCREASED-PROFILE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A7BB9-9E92-47EF-A6F4-565AF1DC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Target taxa most often reported in increased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03CA5-5A93-41AC-A143-69DA064C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candidate_taxa_increased_profile_tendenc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6c740bc0c427a"/>
          <a:stretch xmlns:a="http://schemas.openxmlformats.org/drawingml/2006/main"/>
        </p:blipFill>
        <p:spPr>
          <a:xfrm xmlns:a="http://schemas.openxmlformats.org/drawingml/2006/main">
            <a:off x="1666875" y="1200150"/>
            <a:ext cx="8858250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F98CE-A52F-4E5C-82E0-0596E714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10039108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011D3D-D053-428F-A6DB-265FF8FF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364C2-07DA-4B0B-8EF0-DD394F14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E7E52-9867-4343-ABC5-531FC7F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FACULTATIVE-AEROBE V2 INCREASED-PROFILE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2E8B5-8931-4D44-9750-D8C21430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Conditions with high increased-profile v2 guild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E1FC3-C199-443F-B9C3-6F1ABD6B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condition_increased_guild_sign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685739279424e"/>
          <a:stretch xmlns:a="http://schemas.openxmlformats.org/drawingml/2006/main"/>
        </p:blipFill>
        <p:spPr>
          <a:xfrm xmlns:a="http://schemas.openxmlformats.org/drawingml/2006/main">
            <a:off x="781050" y="1200150"/>
            <a:ext cx="10629900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AB269-3B12-430E-BDA3-F951EB68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15503005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0213B0-4237-4D7B-A55F-389A9147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0AEF1-5944-46CB-939B-9746BC66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7079D-FCF1-44DA-AC3F-63A1FE15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FACULTATIVE-AEROBE V2 INCREASED-PROFILE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EE035-68AA-45FC-AAF3-BA48BA9E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V2 guild traits are higher in increased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49225-AF93-423B-9781-96FDFDD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guild_trait_direction_shif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2a8df1eb34f79"/>
          <a:stretch xmlns:a="http://schemas.openxmlformats.org/drawingml/2006/main"/>
        </p:blipFill>
        <p:spPr>
          <a:xfrm xmlns:a="http://schemas.openxmlformats.org/drawingml/2006/main">
            <a:off x="1264275" y="1200150"/>
            <a:ext cx="9663545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64D32-0183-4CC2-B884-B0D8B393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8056534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1DCCB-E0D7-43E5-B057-03AA23C7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7758E-EFE7-4E42-947E-80D5D823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23C69-BBD3-49AC-80F2-EB17B1F1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FACULTATIVE-AEROBE V2 INCREASED-PROFILE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37F20-4D4B-42F5-AC2F-39B24F5C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Anatomical sites for increased-profile facultative-aerobe v2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3D535-0955-491A-8584-E1FC5072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anatomical_sites_diagra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1ee9ab078483d"/>
          <a:stretch xmlns:a="http://schemas.openxmlformats.org/drawingml/2006/main"/>
        </p:blipFill>
        <p:spPr>
          <a:xfrm xmlns:a="http://schemas.openxmlformats.org/drawingml/2006/main">
            <a:off x="1137299" y="1200150"/>
            <a:ext cx="9917498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64471-73A0-4566-9FF7-2865373B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526484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C5C1E7-FB24-4386-A50F-4A6419DB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6CBA3-1380-471A-B2AC-34A971F5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FEE1C-4DBD-42E2-A4FB-68866411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FACULTATIVE-AEROBE V2 INCREASED-PROFILE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0DE56-A194-4B6C-AD58-5F772E58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Top conditions for increased target-taxon occurrences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49D0E-814C-47E1-88F7-F7C607DD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target_taxa_condition_breakdown_ba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c096116144d52"/>
          <a:stretch xmlns:a="http://schemas.openxmlformats.org/drawingml/2006/main"/>
        </p:blipFill>
        <p:spPr>
          <a:xfrm xmlns:a="http://schemas.openxmlformats.org/drawingml/2006/main">
            <a:off x="2306193" y="1200162"/>
            <a:ext cx="7579614" cy="53149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C0443-C24E-407E-A55A-56CA8B51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5147465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D6EAFF-3938-456A-85D7-7108FEA7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233C0-520E-47B7-89FD-AAE5FA9D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CF9F9-23B8-4EFF-9537-74149283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GUT ANAEROBE V2 DEPLETION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3A3C2-1B13-45A3-BE1C-5BD41BB4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Target taxa most often reported in decreased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7C3DF-525D-4FE1-826F-4ED8579B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candidate_taxa_depletion_bia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e45ff443548b3"/>
          <a:stretch xmlns:a="http://schemas.openxmlformats.org/drawingml/2006/main"/>
        </p:blipFill>
        <p:spPr>
          <a:xfrm xmlns:a="http://schemas.openxmlformats.org/drawingml/2006/main">
            <a:off x="1113282" y="1200150"/>
            <a:ext cx="9965531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6AD6E-4CF8-426F-B59A-EB5613DF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14493455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035619-0B55-4AB2-BB2E-68BA0CC5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23AD6-4A3A-4AA0-91FD-524AF2AB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CFFFD-66F7-447E-B592-05DD8EE4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GUT ANAEROBE V2 DEPLETION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865AC-44CB-46ED-8BA3-1CD79390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Conditions with high decreased-profile gut anaerobe v2 guild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E17C8-C9CF-47DD-A7A3-8B86A832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condition_decreased_guild_sign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a92bcfa544d30"/>
          <a:stretch xmlns:a="http://schemas.openxmlformats.org/drawingml/2006/main"/>
        </p:blipFill>
        <p:spPr>
          <a:xfrm xmlns:a="http://schemas.openxmlformats.org/drawingml/2006/main">
            <a:off x="781050" y="1200150"/>
            <a:ext cx="10629900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4A6C0-C093-4306-9F36-D3E2D8E1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1094904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66656-EA4B-4FD7-8B14-8937434F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E9D4C-9717-4E97-A77F-191197E3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A5795-4340-4C8B-B9EE-61DF226B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GUT ANAEROBE V2 DEPLETION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FBF12-F17F-460C-8377-38F9577F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V2 guild traits are higher in decreased gut-context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7E4C5-BB43-4FF3-9E2C-A1D2D692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guild_trait_direction_shif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cc79152d34353"/>
          <a:stretch xmlns:a="http://schemas.openxmlformats.org/drawingml/2006/main"/>
        </p:blipFill>
        <p:spPr>
          <a:xfrm xmlns:a="http://schemas.openxmlformats.org/drawingml/2006/main" flipH="0" flipV="0">
            <a:off x="1034143" y="1200150"/>
            <a:ext cx="10123714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89198-E2EC-40EB-A4FE-54BBE7AD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12271823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34195B-0BC5-41B5-BCFE-AB3A8E6A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9D23B-9551-4981-B582-F1142498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F6DD8-DEF7-4685-9CE8-65FFEE51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GUT ANAEROBE V2 DEPLETION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631B3-1324-4B92-89BC-25C8F30B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Anatomical sites for decreased-profile gut anaerobe v2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D0DE4-E012-4CB2-AFF1-31B05615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anatomical_sites_diagra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003631b144b1d"/>
          <a:stretch xmlns:a="http://schemas.openxmlformats.org/drawingml/2006/main"/>
        </p:blipFill>
        <p:spPr>
          <a:xfrm xmlns:a="http://schemas.openxmlformats.org/drawingml/2006/main">
            <a:off x="3013710" y="1200156"/>
            <a:ext cx="6164580" cy="531493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94CCF-CA8D-4C0D-AB45-C5E0C489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12287408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122360-870E-4939-ADEB-124952C5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5B818-E3A2-4B76-9E95-88CB5FD4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3629C-7C9C-4387-8F98-1A31CAF2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GUT ANAEROBE V2 DEPLETION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2A9B8-49F5-4765-9F42-15922FE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Top conditions for decreased target-taxon occurrences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58CAC-9A41-45C9-AC20-4C242559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target_taxa_condition_breakdown_ba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ae097387348b2"/>
          <a:stretch xmlns:a="http://schemas.openxmlformats.org/drawingml/2006/main"/>
        </p:blipFill>
        <p:spPr>
          <a:xfrm xmlns:a="http://schemas.openxmlformats.org/drawingml/2006/main">
            <a:off x="2304308" y="1200150"/>
            <a:ext cx="7583479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7BDF5-35DB-4BFE-AB66-05685BC2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2705524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5EA0B-4413-4573-8689-0505E19F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29A38-2E11-4FB0-8142-AA223E9F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DCD72-D491-4269-80E2-0BAE3C5D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PROFILE ENRICHMENT TO GUILD ASSIGNMENT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205C7-6C5C-4722-BB61-919AF080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02D3F-BF31-48DB-9E91-66D9F92C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11/11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F241F-E84E-4645-9562-EB131ADD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1582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1f020fb204b29"/>
          <a:stretch xmlns:a="http://schemas.openxmlformats.org/drawingml/2006/main"/>
        </p:blipFill>
        <p:spPr>
          <a:xfrm xmlns:a="http://schemas.openxmlformats.org/drawingml/2006/main">
            <a:off x="381000" y="819150"/>
            <a:ext cx="11430000" cy="571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696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2026-06-19T16:48:44.0570000Z</dcterms:created>
  <dcterms:modified xsi:type="dcterms:W3CDTF">2026-06-19T16:48:44.0570000Z</dcterms:modified>
</coreProperties>
</file>