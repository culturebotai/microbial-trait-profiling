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68424994c44c46" /><Relationship Type="http://schemas.openxmlformats.org/officeDocument/2006/relationships/extended-properties" Target="/docProps/app.xml" Id="Ra6553655d33e43c8" /><Relationship Type="http://schemas.openxmlformats.org/officeDocument/2006/relationships/officeDocument" Target="/ppt/presentation.xml" Id="Ra22453a5dca044bd" 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>
  <ns0:sldMasterIdLst>
    <ns0:sldMasterId id="2147483648" ns1:id="Rb644bd47756a421e"/>
  </ns0:sldMasterIdLst>
  <ns0:notesMasterIdLst>
    <ns0:notesMasterId ns1:id="R3c8c9a1074a94934"/>
  </ns0:notesMasterIdLst>
  <ns0:sldIdLst>
    <ns0:sldId id="256" ns1:id="Rbfc58da720d648da"/>
    <ns0:sldId id="257" ns1:id="R8f2ac862138042e5"/>
    <ns0:sldId id="258" ns1:id="Rd3b25f4c09ee47e2"/>
    <ns0:sldId id="259" ns1:id="R3ea2429faee64daf"/>
    <ns0:sldId id="260" ns1:id="Re6426ad2094948ee"/>
    <ns0:sldId id="267" ns1:id="RfacultativeStackedTaxaSlide"/>
    <ns0:sldId id="261" ns1:id="Rdef2e4d414e242ac"/>
    <ns0:sldId id="262" ns1:id="Rb8186928d7da4ec3"/>
    <ns0:sldId id="263" ns1:id="R008c946eb3ca4790"/>
    <ns0:sldId id="264" ns1:id="Rf2e96244434c47c9"/>
    <ns0:sldId id="265" ns1:id="R9f87991bfc724d2a"/>
    <ns0:sldId id="268" ns1:id="RanaerobeStackedTaxaSlide"/>
    <ns0:sldId id="266" ns1:id="R232fba94521d4791"/>
  </ns0:sldIdLst>
  <ns0:sldSz cx="12192000" cy="6858000"/>
  <ns0:notesSz cx="6858000" cy="9144000"/>
  <ns0:defaultTextStyle>
    <ns2:defPPr>
      <ns2:defRPr lang="en-US"/>
    </ns2:defPPr>
    <ns2:lvl1pPr marL="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9cab4dd1e7304eeb" /><ns0:Relationship Type="http://schemas.openxmlformats.org/officeDocument/2006/relationships/slideMaster" Target="/ppt/slideMasters/slideMaster1.xml" Id="Rb644bd47756a421e" /><ns0:Relationship Type="http://schemas.openxmlformats.org/officeDocument/2006/relationships/notesMaster" Target="/ppt/notesMasters/notesMaster1.xml" Id="R3c8c9a1074a94934" /><ns0:Relationship Type="http://schemas.openxmlformats.org/officeDocument/2006/relationships/presProps" Target="/ppt/presProps.xml" Id="R10f679d5b0614c8c" /><ns0:Relationship Type="http://schemas.openxmlformats.org/officeDocument/2006/relationships/tableStyles" Target="/ppt/tableStyles.xml" Id="R8ff72e99310f47fc" /><ns0:Relationship Type="http://schemas.openxmlformats.org/officeDocument/2006/relationships/slide" Target="/ppt/slides/slide1.xml" Id="Rbfc58da720d648da" /><ns0:Relationship Type="http://schemas.openxmlformats.org/officeDocument/2006/relationships/slide" Target="/ppt/slides/slide2.xml" Id="R8f2ac862138042e5" /><ns0:Relationship Type="http://schemas.openxmlformats.org/officeDocument/2006/relationships/slide" Target="/ppt/slides/slide3.xml" Id="Rd3b25f4c09ee47e2" /><ns0:Relationship Type="http://schemas.openxmlformats.org/officeDocument/2006/relationships/slide" Target="/ppt/slides/slide4.xml" Id="R3ea2429faee64daf" /><ns0:Relationship Type="http://schemas.openxmlformats.org/officeDocument/2006/relationships/slide" Target="/ppt/slides/slide5.xml" Id="Re6426ad2094948ee" /><ns0:Relationship Type="http://schemas.openxmlformats.org/officeDocument/2006/relationships/slide" Target="/ppt/slides/slide6.xml" Id="Rdef2e4d414e242ac" /><ns0:Relationship Type="http://schemas.openxmlformats.org/officeDocument/2006/relationships/slide" Target="/ppt/slides/slide7.xml" Id="Rb8186928d7da4ec3" /><ns0:Relationship Type="http://schemas.openxmlformats.org/officeDocument/2006/relationships/slide" Target="/ppt/slides/slide8.xml" Id="R008c946eb3ca4790" /><ns0:Relationship Type="http://schemas.openxmlformats.org/officeDocument/2006/relationships/slide" Target="/ppt/slides/slide9.xml" Id="Rf2e96244434c47c9" /><ns0:Relationship Type="http://schemas.openxmlformats.org/officeDocument/2006/relationships/slide" Target="/ppt/slides/slide10.xml" Id="R9f87991bfc724d2a" /><ns0:Relationship Type="http://schemas.openxmlformats.org/officeDocument/2006/relationships/slide" Target="/ppt/slides/slide11.xml" Id="R232fba94521d4791" /><ns0:Relationship Type="http://schemas.openxmlformats.org/officeDocument/2006/relationships/slide" Target="/ppt/slides/slide12.xml" Id="RfacultativeStackedTaxaSlide" /><ns0:Relationship Type="http://schemas.openxmlformats.org/officeDocument/2006/relationships/slide" Target="/ppt/slides/slide13.xml" Id="RanaerobeStackedTaxaSlide" /></ns0: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a3ee5f38c34a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c3766c4a2a4a21" /><Relationship Type="http://schemas.openxmlformats.org/officeDocument/2006/relationships/notesMaster" Target="/ppt/notesMasters/notesMaster1.xml" Id="R3c7beb8d0d2b43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24fba94dfb4ccc" /><Relationship Type="http://schemas.openxmlformats.org/officeDocument/2006/relationships/notesMaster" Target="/ppt/notesMasters/notesMaster1.xml" Id="R998979d6684d44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19d513215f48ff" /><Relationship Type="http://schemas.openxmlformats.org/officeDocument/2006/relationships/notesMaster" Target="/ppt/notesMasters/notesMaster1.xml" Id="R6a70c99dcdbf49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6a9066c44446d1" /><Relationship Type="http://schemas.openxmlformats.org/officeDocument/2006/relationships/notesMaster" Target="/ppt/notesMasters/notesMaster1.xml" Id="Rf8e08186a0f340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1ba2407e43410b" /><Relationship Type="http://schemas.openxmlformats.org/officeDocument/2006/relationships/notesMaster" Target="/ppt/notesMasters/notesMaster1.xml" Id="R217d2c10695b40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95297ab4f74af2" /><Relationship Type="http://schemas.openxmlformats.org/officeDocument/2006/relationships/notesMaster" Target="/ppt/notesMasters/notesMaster1.xml" Id="Rb6302cae708641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cf4bbc0571423e" /><Relationship Type="http://schemas.openxmlformats.org/officeDocument/2006/relationships/notesMaster" Target="/ppt/notesMasters/notesMaster1.xml" Id="Rcfaee5186f154b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b3842127e749dd" /><Relationship Type="http://schemas.openxmlformats.org/officeDocument/2006/relationships/notesMaster" Target="/ppt/notesMasters/notesMaster1.xml" Id="R14e3d83a5a0343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a2d066383d4db8" /><Relationship Type="http://schemas.openxmlformats.org/officeDocument/2006/relationships/notesMaster" Target="/ppt/notesMasters/notesMaster1.xml" Id="R0badc4a6d72f47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5eb7629e8f465e" /><Relationship Type="http://schemas.openxmlformats.org/officeDocument/2006/relationships/notesMaster" Target="/ppt/notesMasters/notesMaster1.xml" Id="R23406ea02adb4d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439c689a4c4bb3" /><Relationship Type="http://schemas.openxmlformats.org/officeDocument/2006/relationships/notesMaster" Target="/ppt/notesMasters/notesMaster1.xml" Id="Rfcda1b3efc4543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32aef426844a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7611f8af56496b" /><Relationship Type="http://schemas.openxmlformats.org/officeDocument/2006/relationships/slideLayout" Target="/ppt/slideLayouts/slideLayout1.xml" Id="R5258170e213140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58170e213140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63e46c987471f" /><Relationship Type="http://schemas.openxmlformats.org/officeDocument/2006/relationships/image" Target="/ppt/media/image.png" Id="Rb6c7547901e84c4b" /><Relationship Type="http://schemas.openxmlformats.org/officeDocument/2006/relationships/notesSlide" Target="/ppt/notesSlides/notesSlide1.xml" Id="R052c3360e9514e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8b9da142c48c0" /><Relationship Type="http://schemas.openxmlformats.org/officeDocument/2006/relationships/image" Target="/ppt/media/image2.png" Id="R86cd08427d934510" /><Relationship Type="http://schemas.openxmlformats.org/officeDocument/2006/relationships/notesSlide" Target="/ppt/notesSlides/notesSlide2.xml" Id="R1d49a0d0914740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ea8d54e9054a0a" /><Relationship Type="http://schemas.openxmlformats.org/officeDocument/2006/relationships/image" Target="/ppt/media/image3.png" Id="R285addeb4c574327" /><Relationship Type="http://schemas.openxmlformats.org/officeDocument/2006/relationships/notesSlide" Target="/ppt/notesSlides/notesSlide3.xml" Id="R7671015d760b4a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cbaaa2a704197" /><Relationship Type="http://schemas.openxmlformats.org/officeDocument/2006/relationships/image" Target="/ppt/media/image4.png" Id="R03b7f3fce99e44be" /><Relationship Type="http://schemas.openxmlformats.org/officeDocument/2006/relationships/notesSlide" Target="/ppt/notesSlides/notesSlide4.xml" Id="Rd4aa6f09ff9843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1ece93d9943e5" /><Relationship Type="http://schemas.openxmlformats.org/officeDocument/2006/relationships/image" Target="/ppt/media/image5.png" Id="R33cebe98bbc949aa" /><Relationship Type="http://schemas.openxmlformats.org/officeDocument/2006/relationships/notesSlide" Target="/ppt/notesSlides/notesSlide5.xml" Id="Rb4003afc95e74c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abd8585404db3" /><Relationship Type="http://schemas.openxmlformats.org/officeDocument/2006/relationships/image" Target="/ppt/media/image6.png" Id="Ra5d3396c2f9943f4" /><Relationship Type="http://schemas.openxmlformats.org/officeDocument/2006/relationships/notesSlide" Target="/ppt/notesSlides/notesSlide6.xml" Id="Rffded330e5d84e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d1d076aac45e2" /><Relationship Type="http://schemas.openxmlformats.org/officeDocument/2006/relationships/image" Target="/ppt/media/image7.png" Id="Rf51dc2ad4aec4997" /><Relationship Type="http://schemas.openxmlformats.org/officeDocument/2006/relationships/notesSlide" Target="/ppt/notesSlides/notesSlide7.xml" Id="Rd7c2da0ceba94b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c23cfdc5d4738" /><Relationship Type="http://schemas.openxmlformats.org/officeDocument/2006/relationships/image" Target="/ppt/media/image8.png" Id="R8c8e1596f0f24c05" /><Relationship Type="http://schemas.openxmlformats.org/officeDocument/2006/relationships/notesSlide" Target="/ppt/notesSlides/notesSlide8.xml" Id="R7b54854a57dc4f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0570dfebe4e9d" /><Relationship Type="http://schemas.openxmlformats.org/officeDocument/2006/relationships/image" Target="/ppt/media/image9.png" Id="Rce00ef0e5c6b441a" /><Relationship Type="http://schemas.openxmlformats.org/officeDocument/2006/relationships/notesSlide" Target="/ppt/notesSlides/notesSlide9.xml" Id="Redd5e0251b2149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3e2312d1b4e86" /><Relationship Type="http://schemas.openxmlformats.org/officeDocument/2006/relationships/image" Target="/ppt/media/image10.png" Id="R4f0b484d8d75453e" /><Relationship Type="http://schemas.openxmlformats.org/officeDocument/2006/relationships/notesSlide" Target="/ppt/notesSlides/notesSlide10.xml" Id="R38da8f73b0b145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19cd0293d4921" /><Relationship Type="http://schemas.openxmlformats.org/officeDocument/2006/relationships/image" Target="/ppt/media/image11.png" Id="R41ca96f3d6ce42bf" /><Relationship Type="http://schemas.openxmlformats.org/officeDocument/2006/relationships/notesSlide" Target="/ppt/notesSlides/notesSlide11.xml" Id="R3274d039cca44898" /></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291ece93d9943e5" /><ns0:Relationship Type="http://schemas.openxmlformats.org/officeDocument/2006/relationships/image" Target="/ppt/media/image12.png" Id="R33cebe98bbc949aa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293e2312d1b4e86" /><ns0:Relationship Type="http://schemas.openxmlformats.org/officeDocument/2006/relationships/image" Target="/ppt/media/image13.png" Id="R4f0b484d8d75453e" /></ns0: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526D13-DAC5-4EE2-89AA-2631A1A0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05566-8AB7-42C6-9FE7-E14E8C5C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3E10E-EFE6-4D2D-B708-E2DC21A3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AEROBE V2 TRAIT ENRICHMENT IN INCREASED PROFILES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A7BB9-9E92-47EF-A6F4-565AF1DC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Target taxa most often reported in increased profiles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03CA5-5A93-41AC-A143-69DA064C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85850"/>
            <a:ext cx="1112520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4" name="candidate_taxa_increased_profile_tendenc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7547901e84c4b"/>
          <a:stretch xmlns:a="http://schemas.openxmlformats.org/drawingml/2006/main"/>
        </p:blipFill>
        <p:spPr>
          <a:xfrm xmlns:a="http://schemas.openxmlformats.org/drawingml/2006/main" flipH="0" flipV="0">
            <a:off x="1666875" y="1200150"/>
            <a:ext cx="8858250" cy="5314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1F98CE-A52F-4E5C-82E0-0596E714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43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1/13</a:t>
            </a:r>
          </a:p>
        </p:txBody>
      </p:sp>
    </p:spTree>
    <p:extLst>
      <p:ext uri="{BB962C8B-B14F-4D97-AF65-F5344CB8AC3E}">
        <p14:creationId xmlns:p14="http://schemas.microsoft.com/office/powerpoint/2010/main" val="10039108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011D3D-D053-428F-A6DB-265FF8FF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364C2-07DA-4B0B-8EF0-DD394F14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E7E52-9867-4343-ABC5-531FC7F0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AEROBE V2 TRAIT ENRICHMENT IN INCREASED PROFILES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2E8B5-8931-4D44-9750-D8C21430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Conditions with aerobe v2 trait enrichment in increased profiles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E1FC3-C199-443F-B9C3-6F1ABD6B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85850"/>
            <a:ext cx="1112520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4" name="condition_increased_guild_signa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cd08427d934510"/>
          <a:stretch xmlns:a="http://schemas.openxmlformats.org/drawingml/2006/main"/>
        </p:blipFill>
        <p:spPr>
          <a:xfrm xmlns:a="http://schemas.openxmlformats.org/drawingml/2006/main" flipH="0" flipV="0">
            <a:off x="781050" y="1200150"/>
            <a:ext cx="10629900" cy="5314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AB269-3B12-430E-BDA3-F951EB68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43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2/13</a:t>
            </a:r>
          </a:p>
        </p:txBody>
      </p:sp>
    </p:spTree>
    <p:extLst>
      <p:ext uri="{BB962C8B-B14F-4D97-AF65-F5344CB8AC3E}">
        <p14:creationId xmlns:p14="http://schemas.microsoft.com/office/powerpoint/2010/main" val="15503005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0213B0-4237-4D7B-A55F-389A9147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0AEF1-5944-46CB-939B-9746BC66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7079D-FCF1-44DA-AC3F-63A1FE15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AEROBE V2 TRAIT ENRICHMENT IN INCREASED PROFILES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EE035-68AA-45FC-AAF3-BA48BA9E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V2 traits enriched in increased profiles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49225-AF93-423B-9781-96FDFDDA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85850"/>
            <a:ext cx="1112520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4" name="guild_trait_direction_shif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addeb4c574327"/>
          <a:stretch xmlns:a="http://schemas.openxmlformats.org/drawingml/2006/main"/>
        </p:blipFill>
        <p:spPr>
          <a:xfrm xmlns:a="http://schemas.openxmlformats.org/drawingml/2006/main" flipH="0" flipV="0">
            <a:off x="1264275" y="1200150"/>
            <a:ext cx="9663545" cy="5314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64D32-0183-4CC2-B884-B0D8B393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43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3/13</a:t>
            </a:r>
          </a:p>
        </p:txBody>
      </p:sp>
    </p:spTree>
    <p:extLst>
      <p:ext uri="{BB962C8B-B14F-4D97-AF65-F5344CB8AC3E}">
        <p14:creationId xmlns:p14="http://schemas.microsoft.com/office/powerpoint/2010/main" val="8056534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91DCCB-E0D7-43E5-B057-03AA23C7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7758E-EFE7-4E42-947E-80D5D823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23C69-BBD3-49AC-80F2-EB17B1F1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AEROBE V2 TRAIT ENRICHMENT IN INCREASED PROFILES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37F20-4D4B-42F5-AC2F-39B24F5C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Anatomical sites for aerobe v2 trait enrichment in increased profiles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3D535-0955-491A-8584-E1FC5072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85850"/>
            <a:ext cx="1112520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4" name="anatomical_sites_diagram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7f3fce99e44be"/>
          <a:stretch xmlns:a="http://schemas.openxmlformats.org/drawingml/2006/main"/>
        </p:blipFill>
        <p:spPr>
          <a:xfrm xmlns:a="http://schemas.openxmlformats.org/drawingml/2006/main" flipH="0" flipV="0">
            <a:off x="1137299" y="1200150"/>
            <a:ext cx="9917498" cy="5314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664471-73A0-4566-9FF7-2865373B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43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4/13</a:t>
            </a:r>
          </a:p>
        </p:txBody>
      </p:sp>
    </p:spTree>
    <p:extLst>
      <p:ext uri="{BB962C8B-B14F-4D97-AF65-F5344CB8AC3E}">
        <p14:creationId xmlns:p14="http://schemas.microsoft.com/office/powerpoint/2010/main" val="526484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C5C1E7-FB24-4386-A50F-4A6419DB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6CBA3-1380-471A-B2AC-34A971F5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FEE1C-4DBD-42E2-A4FB-68866411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AEROBE V2 TRAIT ENRICHMENT IN INCREASED PROFILES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0DE56-A194-4B6C-AD58-5F772E58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Top conditions for increased-profile target-taxon occurrences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49D0E-814C-47E1-88F7-F7C607DD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85850"/>
            <a:ext cx="1112520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4" name="target_taxa_condition_breakdown_ba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ebe98bbc949aa"/>
          <a:stretch xmlns:a="http://schemas.openxmlformats.org/drawingml/2006/main"/>
        </p:blipFill>
        <p:spPr>
          <a:xfrm xmlns:a="http://schemas.openxmlformats.org/drawingml/2006/main" flipH="0" flipV="0">
            <a:off x="2306193" y="1200162"/>
            <a:ext cx="7579614" cy="53149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C0443-C24E-407E-A55A-56CA8B51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43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5/13</a:t>
            </a:r>
          </a:p>
        </p:txBody>
      </p:sp>
    </p:spTree>
    <p:extLst>
      <p:ext uri="{BB962C8B-B14F-4D97-AF65-F5344CB8AC3E}">
        <p14:creationId xmlns:p14="http://schemas.microsoft.com/office/powerpoint/2010/main" val="15147465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D6EAFF-3938-456A-85D7-7108FEA7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233C0-520E-47B7-89FD-AAE5FA9D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CF9F9-23B8-4EFF-9537-74149283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ANAEROBE V2 DEPLETION SIGNAL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3A3C2-1B13-45A3-BE1C-5BD41BB4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Target taxa most often reported in decreased profiles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B7C3DF-525D-4FE1-826F-4ED8579B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85850"/>
            <a:ext cx="1112520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4" name="candidate_taxa_depletion_bia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d3396c2f9943f4"/>
          <a:stretch xmlns:a="http://schemas.openxmlformats.org/drawingml/2006/main"/>
        </p:blipFill>
        <p:spPr>
          <a:xfrm xmlns:a="http://schemas.openxmlformats.org/drawingml/2006/main" flipH="0" flipV="0">
            <a:off x="1113282" y="1200150"/>
            <a:ext cx="9965531" cy="5314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66AD6E-4CF8-426F-B59A-EB5613DF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43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7/13</a:t>
            </a:r>
          </a:p>
        </p:txBody>
      </p:sp>
    </p:spTree>
    <p:extLst>
      <p:ext uri="{BB962C8B-B14F-4D97-AF65-F5344CB8AC3E}">
        <p14:creationId xmlns:p14="http://schemas.microsoft.com/office/powerpoint/2010/main" val="144934556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035619-0B55-4AB2-BB2E-68BA0CC5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B23AD6-4A3A-4AA0-91FD-524AF2AB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CFFFD-66F7-447E-B592-05DD8EE4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ANAEROBE V2 DEPLETION SIGNAL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865AC-44CB-46ED-8BA3-1CD79390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Conditions with anaerobe v2 trait enrichment in decreased profiles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E17C8-C9CF-47DD-A7A3-8B86A832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85850"/>
            <a:ext cx="1112520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4" name="condition_decreased_guild_signa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dc2ad4aec4997"/>
          <a:stretch xmlns:a="http://schemas.openxmlformats.org/drawingml/2006/main"/>
        </p:blipFill>
        <p:spPr>
          <a:xfrm xmlns:a="http://schemas.openxmlformats.org/drawingml/2006/main" flipH="0" flipV="0">
            <a:off x="781050" y="1200150"/>
            <a:ext cx="10629900" cy="5314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4A6C0-C093-4306-9F36-D3E2D8E1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43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8/13</a:t>
            </a:r>
          </a:p>
        </p:txBody>
      </p:sp>
    </p:spTree>
    <p:extLst>
      <p:ext uri="{BB962C8B-B14F-4D97-AF65-F5344CB8AC3E}">
        <p14:creationId xmlns:p14="http://schemas.microsoft.com/office/powerpoint/2010/main" val="10949045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066656-EA4B-4FD7-8B14-8937434F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E9D4C-9717-4E97-A77F-191197E3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A5795-4340-4C8B-B9EE-61DF226B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ANAEROBE V2 DEPLETION SIGNAL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9FBF12-F17F-460C-8377-38F9577F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V2 traits enriched in decreased profiles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7E4C5-BB43-4FF3-9E2C-A1D2D692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85850"/>
            <a:ext cx="1112520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4" name="guild_trait_direction_shif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e1596f0f24c05"/>
          <a:stretch xmlns:a="http://schemas.openxmlformats.org/drawingml/2006/main"/>
        </p:blipFill>
        <p:spPr>
          <a:xfrm xmlns:a="http://schemas.openxmlformats.org/drawingml/2006/main" flipH="0" flipV="0">
            <a:off x="1034143" y="1200150"/>
            <a:ext cx="10123714" cy="5314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89198-E2EC-40EB-A4FE-54BBE7AD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43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9/13</a:t>
            </a:r>
          </a:p>
        </p:txBody>
      </p:sp>
    </p:spTree>
    <p:extLst>
      <p:ext uri="{BB962C8B-B14F-4D97-AF65-F5344CB8AC3E}">
        <p14:creationId xmlns:p14="http://schemas.microsoft.com/office/powerpoint/2010/main" val="122718238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34195B-0BC5-41B5-BCFE-AB3A8E6A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9D23B-9551-4981-B582-F1142498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F6DD8-DEF7-4685-9CE8-65FFEE51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ANAEROBE V2 DEPLETION SIGNAL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631B3-1324-4B92-89BC-25C8F30B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Anatomical sites for anaerobe v2 trait enrichment in decreased profiles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7D0DE4-E012-4CB2-AFF1-31B05615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85850"/>
            <a:ext cx="1112520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4" name="anatomical_sites_diagram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00ef0e5c6b441a"/>
          <a:stretch xmlns:a="http://schemas.openxmlformats.org/drawingml/2006/main"/>
        </p:blipFill>
        <p:spPr>
          <a:xfrm xmlns:a="http://schemas.openxmlformats.org/drawingml/2006/main" flipH="0" flipV="0">
            <a:off x="3013710" y="1200156"/>
            <a:ext cx="6164580" cy="531493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94CCF-CA8D-4C0D-AB45-C5E0C489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43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10/13</a:t>
            </a:r>
          </a:p>
        </p:txBody>
      </p:sp>
    </p:spTree>
    <p:extLst>
      <p:ext uri="{BB962C8B-B14F-4D97-AF65-F5344CB8AC3E}">
        <p14:creationId xmlns:p14="http://schemas.microsoft.com/office/powerpoint/2010/main" val="122874087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122360-870E-4939-ADEB-124952C5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5B818-E3A2-4B76-9E95-88CB5FD4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3629C-7C9C-4387-8F98-1A31CAF2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ANAEROBE V2 DEPLETION SIGNAL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2A9B8-49F5-4765-9F42-15922FE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Top conditions for decreased-profile target-taxon occurrences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58CAC-9A41-45C9-AC20-4C242559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85850"/>
            <a:ext cx="1112520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4" name="target_taxa_condition_breakdown_ba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b484d8d75453e"/>
          <a:stretch xmlns:a="http://schemas.openxmlformats.org/drawingml/2006/main"/>
        </p:blipFill>
        <p:spPr>
          <a:xfrm xmlns:a="http://schemas.openxmlformats.org/drawingml/2006/main" flipH="0" flipV="0">
            <a:off x="2304308" y="1200150"/>
            <a:ext cx="7583479" cy="5314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7BDF5-35DB-4BFE-AB66-05685BC2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43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11/13</a:t>
            </a:r>
          </a:p>
        </p:txBody>
      </p:sp>
    </p:spTree>
    <p:extLst>
      <p:ext uri="{BB962C8B-B14F-4D97-AF65-F5344CB8AC3E}">
        <p14:creationId xmlns:p14="http://schemas.microsoft.com/office/powerpoint/2010/main" val="12705524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45EA0B-4413-4573-8689-0505E19F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29A38-2E11-4FB0-8142-AA223E9F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DCD72-D491-4269-80E2-0BAE3C5D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PROFILE ENRICHMENT TO GUILD ASSIGNMENT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205C7-6C5C-4722-BB61-919AF080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02D3F-BF31-48DB-9E91-66D9F92C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43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13/13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F241F-E84E-4645-9562-EB131ADD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42950"/>
            <a:ext cx="11582400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ca96f3d6ce42bf"/>
          <a:stretch xmlns:a="http://schemas.openxmlformats.org/drawingml/2006/main"/>
        </p:blipFill>
        <p:spPr>
          <a:xfrm xmlns:a="http://schemas.openxmlformats.org/drawingml/2006/main" flipH="0" flipV="0">
            <a:off x="381000" y="819150"/>
            <a:ext cx="11430000" cy="571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69654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C5C1E7-FB24-4386-A50F-4A6419DB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6CBA3-1380-471A-B2AC-34A971F5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FEE1C-4DBD-42E2-A4FB-68866411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AEROBE V2 TRAIT ENRICHMENT IN INCREASED PROFILES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0DE56-A194-4B6C-AD58-5F772E58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Stacked focal taxa by increased-profile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49D0E-814C-47E1-88F7-F7C607DD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85850"/>
            <a:ext cx="1112520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4" name="target_taxa_condition_breakdown_ba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ebe98bbc949aa"/>
          <a:stretch xmlns:a="http://schemas.openxmlformats.org/drawingml/2006/main"/>
        </p:blipFill>
        <p:spPr>
          <a:xfrm xmlns:a="http://schemas.openxmlformats.org/drawingml/2006/main" flipH="0" flipV="0">
            <a:off x="2306193" y="1200162"/>
            <a:ext cx="7579614" cy="53149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C0443-C24E-407E-A55A-56CA8B51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43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6/13</a:t>
            </a:r>
          </a:p>
        </p:txBody>
      </p:sp>
    </p:spTree>
    <p:extLst>
      <p:ext uri="{BB962C8B-B14F-4D97-AF65-F5344CB8AC3E}">
        <p14:creationId xmlns:p14="http://schemas.microsoft.com/office/powerpoint/2010/main" val="151474657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122360-870E-4939-ADEB-124952C5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5B818-E3A2-4B76-9E95-88CB5FD4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3629C-7C9C-4387-8F98-1A31CAF2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ANAEROBE V2 DEPLETION SIGNAL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2A9B8-49F5-4765-9F42-15922FE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Stacked focal taxa by decreased-profile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58CAC-9A41-45C9-AC20-4C242559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85850"/>
            <a:ext cx="1112520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4" name="target_taxa_condition_breakdown_ba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b484d8d75453e"/>
          <a:stretch xmlns:a="http://schemas.openxmlformats.org/drawingml/2006/main"/>
        </p:blipFill>
        <p:spPr>
          <a:xfrm xmlns:a="http://schemas.openxmlformats.org/drawingml/2006/main" flipH="0" flipV="0">
            <a:off x="2304308" y="1200150"/>
            <a:ext cx="7583479" cy="5314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7BDF5-35DB-4BFE-AB66-05685BC2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43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12/13</a:t>
            </a:r>
          </a:p>
        </p:txBody>
      </p:sp>
    </p:spTree>
    <p:extLst>
      <p:ext uri="{BB962C8B-B14F-4D97-AF65-F5344CB8AC3E}">
        <p14:creationId xmlns:p14="http://schemas.microsoft.com/office/powerpoint/2010/main" val="12705524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2026-06-22T18:12:10.7410000Z</dcterms:created>
  <dcterms:modified xsi:type="dcterms:W3CDTF">2026-06-22T18:12:10.7410000Z</dcterms:modified>
</coreProperties>
</file>