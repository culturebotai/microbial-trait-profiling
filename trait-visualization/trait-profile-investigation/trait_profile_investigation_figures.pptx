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98b45002b94098" /><Relationship Type="http://schemas.openxmlformats.org/officeDocument/2006/relationships/extended-properties" Target="/docProps/app.xml" Id="R9393febcbc764a41" /><Relationship Type="http://schemas.openxmlformats.org/officeDocument/2006/relationships/officeDocument" Target="/ppt/presentation.xml" Id="Rf4734ace48c54c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36e95add524681"/>
  </p:sldMasterIdLst>
  <p:notesMasterIdLst>
    <p:notesMasterId xmlns:r="http://schemas.openxmlformats.org/officeDocument/2006/relationships" r:id="Rbc5dfe8ce93e4882"/>
  </p:notesMasterIdLst>
  <p:sldIdLst>
    <p:sldId xmlns:r="http://schemas.openxmlformats.org/officeDocument/2006/relationships" id="256" r:id="Ra064f2cd4e094acb"/>
    <p:sldId xmlns:r="http://schemas.openxmlformats.org/officeDocument/2006/relationships" id="257" r:id="R2764ec9049dd4200"/>
    <p:sldId xmlns:r="http://schemas.openxmlformats.org/officeDocument/2006/relationships" id="258" r:id="Ra32b1c636f6042c6"/>
    <p:sldId xmlns:r="http://schemas.openxmlformats.org/officeDocument/2006/relationships" id="259" r:id="R03cd14c4059845e0"/>
    <p:sldId xmlns:r="http://schemas.openxmlformats.org/officeDocument/2006/relationships" id="260" r:id="R20d339ecef8247f5"/>
    <p:sldId xmlns:r="http://schemas.openxmlformats.org/officeDocument/2006/relationships" id="261" r:id="R2696e3e83b134065"/>
    <p:sldId xmlns:r="http://schemas.openxmlformats.org/officeDocument/2006/relationships" id="262" r:id="Rbd357faf471e4dbe"/>
    <p:sldId xmlns:r="http://schemas.openxmlformats.org/officeDocument/2006/relationships" id="263" r:id="Ra685c171f9b741ce"/>
    <p:sldId xmlns:r="http://schemas.openxmlformats.org/officeDocument/2006/relationships" id="264" r:id="R6de2e6eab7e84948"/>
    <p:sldId xmlns:r="http://schemas.openxmlformats.org/officeDocument/2006/relationships" id="265" r:id="Rffc8da5f8702435c"/>
    <p:sldId xmlns:r="http://schemas.openxmlformats.org/officeDocument/2006/relationships" id="266" r:id="Rb3f5974e302e4bb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07c5503d474e12" /><Relationship Type="http://schemas.openxmlformats.org/officeDocument/2006/relationships/slideMaster" Target="/ppt/slideMasters/slideMaster1.xml" Id="Rdc36e95add524681" /><Relationship Type="http://schemas.openxmlformats.org/officeDocument/2006/relationships/notesMaster" Target="/ppt/notesMasters/notesMaster1.xml" Id="Rbc5dfe8ce93e4882" /><Relationship Type="http://schemas.openxmlformats.org/officeDocument/2006/relationships/presProps" Target="/ppt/presProps.xml" Id="R75ff0943706c46a9" /><Relationship Type="http://schemas.openxmlformats.org/officeDocument/2006/relationships/tableStyles" Target="/ppt/tableStyles.xml" Id="R16eec8cc611c4e2f" /><Relationship Type="http://schemas.openxmlformats.org/officeDocument/2006/relationships/slide" Target="/ppt/slides/slide1.xml" Id="Ra064f2cd4e094acb" /><Relationship Type="http://schemas.openxmlformats.org/officeDocument/2006/relationships/slide" Target="/ppt/slides/slide2.xml" Id="R2764ec9049dd4200" /><Relationship Type="http://schemas.openxmlformats.org/officeDocument/2006/relationships/slide" Target="/ppt/slides/slide3.xml" Id="Ra32b1c636f6042c6" /><Relationship Type="http://schemas.openxmlformats.org/officeDocument/2006/relationships/slide" Target="/ppt/slides/slide4.xml" Id="R03cd14c4059845e0" /><Relationship Type="http://schemas.openxmlformats.org/officeDocument/2006/relationships/slide" Target="/ppt/slides/slide5.xml" Id="R20d339ecef8247f5" /><Relationship Type="http://schemas.openxmlformats.org/officeDocument/2006/relationships/slide" Target="/ppt/slides/slide6.xml" Id="R2696e3e83b134065" /><Relationship Type="http://schemas.openxmlformats.org/officeDocument/2006/relationships/slide" Target="/ppt/slides/slide7.xml" Id="Rbd357faf471e4dbe" /><Relationship Type="http://schemas.openxmlformats.org/officeDocument/2006/relationships/slide" Target="/ppt/slides/slide8.xml" Id="Ra685c171f9b741ce" /><Relationship Type="http://schemas.openxmlformats.org/officeDocument/2006/relationships/slide" Target="/ppt/slides/slide9.xml" Id="R6de2e6eab7e84948" /><Relationship Type="http://schemas.openxmlformats.org/officeDocument/2006/relationships/slide" Target="/ppt/slides/slide10.xml" Id="Rffc8da5f8702435c" /><Relationship Type="http://schemas.openxmlformats.org/officeDocument/2006/relationships/slide" Target="/ppt/slides/slide11.xml" Id="Rb3f5974e302e4b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a9389aaaf244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663a6cfb4b42fb" /><Relationship Type="http://schemas.openxmlformats.org/officeDocument/2006/relationships/notesMaster" Target="/ppt/notesMasters/notesMaster1.xml" Id="R8497812580b549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da5fce528f4cbf" /><Relationship Type="http://schemas.openxmlformats.org/officeDocument/2006/relationships/notesMaster" Target="/ppt/notesMasters/notesMaster1.xml" Id="R0fbe92ad0bc54b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c16fa4ef694d6d" /><Relationship Type="http://schemas.openxmlformats.org/officeDocument/2006/relationships/notesMaster" Target="/ppt/notesMasters/notesMaster1.xml" Id="R1116bc39f33b44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02fc694e6e4510" /><Relationship Type="http://schemas.openxmlformats.org/officeDocument/2006/relationships/notesMaster" Target="/ppt/notesMasters/notesMaster1.xml" Id="R603e13e988ed45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4658243b4342a6" /><Relationship Type="http://schemas.openxmlformats.org/officeDocument/2006/relationships/notesMaster" Target="/ppt/notesMasters/notesMaster1.xml" Id="R28a60cd6013b40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3164a132b348ba" /><Relationship Type="http://schemas.openxmlformats.org/officeDocument/2006/relationships/notesMaster" Target="/ppt/notesMasters/notesMaster1.xml" Id="R23ee11a60bec47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d6f0f7c40e48b1" /><Relationship Type="http://schemas.openxmlformats.org/officeDocument/2006/relationships/notesMaster" Target="/ppt/notesMasters/notesMaster1.xml" Id="Rb801f55c2cf24a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6e800c908e4760" /><Relationship Type="http://schemas.openxmlformats.org/officeDocument/2006/relationships/notesMaster" Target="/ppt/notesMasters/notesMaster1.xml" Id="R5043382b36044f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9093aed9374e0b" /><Relationship Type="http://schemas.openxmlformats.org/officeDocument/2006/relationships/notesMaster" Target="/ppt/notesMasters/notesMaster1.xml" Id="R21c79193487c4b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97b1b734a74877" /><Relationship Type="http://schemas.openxmlformats.org/officeDocument/2006/relationships/notesMaster" Target="/ppt/notesMasters/notesMaster1.xml" Id="R811632dd39d24f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36989b14ef4c54" /><Relationship Type="http://schemas.openxmlformats.org/officeDocument/2006/relationships/notesMaster" Target="/ppt/notesMasters/notesMaster1.xml" Id="R7357797608f84d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d1af23526b4b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68325360394c08" /><Relationship Type="http://schemas.openxmlformats.org/officeDocument/2006/relationships/slideLayout" Target="/ppt/slideLayouts/slideLayout1.xml" Id="Rb7687baf2a604a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687baf2a604a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71e08a3244c61" /><Relationship Type="http://schemas.openxmlformats.org/officeDocument/2006/relationships/image" Target="/ppt/media/image.png" Id="Rf16c365c3eb741ef" /><Relationship Type="http://schemas.openxmlformats.org/officeDocument/2006/relationships/notesSlide" Target="/ppt/notesSlides/notesSlide1.xml" Id="R17276c67fc7647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12e65cbf14c4e" /><Relationship Type="http://schemas.openxmlformats.org/officeDocument/2006/relationships/image" Target="/ppt/media/image2.png" Id="Rb86cd14e596e45f7" /><Relationship Type="http://schemas.openxmlformats.org/officeDocument/2006/relationships/notesSlide" Target="/ppt/notesSlides/notesSlide2.xml" Id="Rd48e87a751824b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0ac185bb749ea" /><Relationship Type="http://schemas.openxmlformats.org/officeDocument/2006/relationships/image" Target="/ppt/media/image3.png" Id="Rf3db00a0e7d34006" /><Relationship Type="http://schemas.openxmlformats.org/officeDocument/2006/relationships/notesSlide" Target="/ppt/notesSlides/notesSlide3.xml" Id="R4f381907c0314b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b5384c18a42fe" /><Relationship Type="http://schemas.openxmlformats.org/officeDocument/2006/relationships/image" Target="/ppt/media/image4.png" Id="R078adfba46cf408a" /><Relationship Type="http://schemas.openxmlformats.org/officeDocument/2006/relationships/notesSlide" Target="/ppt/notesSlides/notesSlide4.xml" Id="Rb4b45acf86b444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818fd84734141" /><Relationship Type="http://schemas.openxmlformats.org/officeDocument/2006/relationships/image" Target="/ppt/media/image5.png" Id="R5e18407430e44cd9" /><Relationship Type="http://schemas.openxmlformats.org/officeDocument/2006/relationships/notesSlide" Target="/ppt/notesSlides/notesSlide5.xml" Id="Rb8c54d7c43444a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31f5d9fa945d1" /><Relationship Type="http://schemas.openxmlformats.org/officeDocument/2006/relationships/image" Target="/ppt/media/image6.png" Id="Raddd61b6de084da8" /><Relationship Type="http://schemas.openxmlformats.org/officeDocument/2006/relationships/notesSlide" Target="/ppt/notesSlides/notesSlide6.xml" Id="Rc64922bf301a4f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aa3149a5d4c27" /><Relationship Type="http://schemas.openxmlformats.org/officeDocument/2006/relationships/image" Target="/ppt/media/image7.png" Id="R15695ae655714ca2" /><Relationship Type="http://schemas.openxmlformats.org/officeDocument/2006/relationships/notesSlide" Target="/ppt/notesSlides/notesSlide7.xml" Id="R7a277251e0f84e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b39c1f8904fc2" /><Relationship Type="http://schemas.openxmlformats.org/officeDocument/2006/relationships/image" Target="/ppt/media/image8.png" Id="Rbe114d1fbf9045a5" /><Relationship Type="http://schemas.openxmlformats.org/officeDocument/2006/relationships/notesSlide" Target="/ppt/notesSlides/notesSlide8.xml" Id="R97894bfe90b64a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29139b0cf4ba9" /><Relationship Type="http://schemas.openxmlformats.org/officeDocument/2006/relationships/image" Target="/ppt/media/image9.png" Id="R5adae6cf98404e70" /><Relationship Type="http://schemas.openxmlformats.org/officeDocument/2006/relationships/notesSlide" Target="/ppt/notesSlides/notesSlide9.xml" Id="Re8695ce2832c44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45264bc924e47" /><Relationship Type="http://schemas.openxmlformats.org/officeDocument/2006/relationships/image" Target="/ppt/media/image10.png" Id="Re1d950abae3c47b7" /><Relationship Type="http://schemas.openxmlformats.org/officeDocument/2006/relationships/notesSlide" Target="/ppt/notesSlides/notesSlide10.xml" Id="Rcede231ab8c547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aef6ec6794173" /><Relationship Type="http://schemas.openxmlformats.org/officeDocument/2006/relationships/image" Target="/ppt/media/image11.png" Id="R16fa5d5ec13646d5" /><Relationship Type="http://schemas.openxmlformats.org/officeDocument/2006/relationships/notesSlide" Target="/ppt/notesSlides/notesSlide11.xml" Id="R85bdf13debcf47e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526D13-DAC5-4EE2-89AA-2631A1A0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05566-8AB7-42C6-9FE7-E14E8C5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3E10E-EFE6-4D2D-B708-E2DC21A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7BB9-9E92-47EF-A6F4-565AF1DC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03CA5-5A93-41AC-A143-69DA064C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increased_profile_tendenc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c365c3eb741ef"/>
          <a:stretch xmlns:a="http://schemas.openxmlformats.org/drawingml/2006/main"/>
        </p:blipFill>
        <p:spPr>
          <a:xfrm xmlns:a="http://schemas.openxmlformats.org/drawingml/2006/main">
            <a:off x="1666875" y="1200150"/>
            <a:ext cx="885825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F98CE-A52F-4E5C-82E0-0596E714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10039108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011D3D-D053-428F-A6DB-265FF8FF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364C2-07DA-4B0B-8EF0-DD394F14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E7E52-9867-4343-ABC5-531FC7F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2E8B5-8931-4D44-9750-D8C21430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high increased-profile v2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E1FC3-C199-443F-B9C3-6F1ABD6B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in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6cd14e596e45f7"/>
          <a:stretch xmlns:a="http://schemas.openxmlformats.org/drawingml/2006/main"/>
        </p:blipFill>
        <p:spPr>
          <a:xfrm xmlns:a="http://schemas.openxmlformats.org/drawingml/2006/main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AB269-3B12-430E-BDA3-F951EB68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15503005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0213B0-4237-4D7B-A55F-389A9147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0AEF1-5944-46CB-939B-9746BC66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7079D-FCF1-44DA-AC3F-63A1FE15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EE035-68AA-45FC-AAF3-BA48BA9E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guild traits are higher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9225-AF93-423B-9781-96FDFDDA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b00a0e7d34006"/>
          <a:stretch xmlns:a="http://schemas.openxmlformats.org/drawingml/2006/main"/>
        </p:blipFill>
        <p:spPr>
          <a:xfrm xmlns:a="http://schemas.openxmlformats.org/drawingml/2006/main">
            <a:off x="1264275" y="1200150"/>
            <a:ext cx="9663545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64D32-0183-4CC2-B884-B0D8B393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8056534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91DCCB-E0D7-43E5-B057-03AA23C7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7758E-EFE7-4E42-947E-80D5D823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23C69-BBD3-49AC-80F2-EB17B1F1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37F20-4D4B-42F5-AC2F-39B24F5C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increased-profile facultative-aerobe v2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3D535-0955-491A-8584-E1FC507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adfba46cf408a"/>
          <a:stretch xmlns:a="http://schemas.openxmlformats.org/drawingml/2006/main"/>
        </p:blipFill>
        <p:spPr>
          <a:xfrm xmlns:a="http://schemas.openxmlformats.org/drawingml/2006/main">
            <a:off x="1137299" y="1200150"/>
            <a:ext cx="9917498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64471-73A0-4566-9FF7-2865373B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526484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increased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18407430e44cd9"/>
          <a:stretch xmlns:a="http://schemas.openxmlformats.org/drawingml/2006/main"/>
        </p:blipFill>
        <p:spPr>
          <a:xfrm xmlns:a="http://schemas.openxmlformats.org/drawingml/2006/main">
            <a:off x="2306193" y="1200162"/>
            <a:ext cx="7579614" cy="53149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6EAFF-3938-456A-85D7-7108FEA7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233C0-520E-47B7-89FD-AAE5FA9D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CF9F9-23B8-4EFF-9537-7414928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 V2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3A3C2-1B13-45A3-BE1C-5BD41BB4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7C3DF-525D-4FE1-826F-4ED8579B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depletion_bia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d61b6de084da8"/>
          <a:stretch xmlns:a="http://schemas.openxmlformats.org/drawingml/2006/main"/>
        </p:blipFill>
        <p:spPr>
          <a:xfrm xmlns:a="http://schemas.openxmlformats.org/drawingml/2006/main">
            <a:off x="1113282" y="1200150"/>
            <a:ext cx="9965531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6AD6E-4CF8-426F-B59A-EB5613DF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14493455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35619-0B55-4AB2-BB2E-68BA0CC5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23AD6-4A3A-4AA0-91FD-524AF2AB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CFFFD-66F7-447E-B592-05DD8EE4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 V2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65AC-44CB-46ED-8BA3-1CD7939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high decreased-profile gut anaerobe v2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E17C8-C9CF-47DD-A7A3-8B86A832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de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695ae655714ca2"/>
          <a:stretch xmlns:a="http://schemas.openxmlformats.org/drawingml/2006/main"/>
        </p:blipFill>
        <p:spPr>
          <a:xfrm xmlns:a="http://schemas.openxmlformats.org/drawingml/2006/main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4A6C0-C093-4306-9F36-D3E2D8E1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1094904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066656-EA4B-4FD7-8B14-8937434F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E9D4C-9717-4E97-A77F-191197E3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A5795-4340-4C8B-B9EE-61DF226B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 V2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FBF12-F17F-460C-8377-38F9577F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guild traits are higher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7E4C5-BB43-4FF3-9E2C-A1D2D6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14d1fbf9045a5"/>
          <a:stretch xmlns:a="http://schemas.openxmlformats.org/drawingml/2006/main"/>
        </p:blipFill>
        <p:spPr>
          <a:xfrm xmlns:a="http://schemas.openxmlformats.org/drawingml/2006/main">
            <a:off x="1034143" y="1200150"/>
            <a:ext cx="10123714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89198-E2EC-40EB-A4FE-54BBE7AD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12271823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34195B-0BC5-41B5-BCFE-AB3A8E6A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9D23B-9551-4981-B582-F1142498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F6DD8-DEF7-4685-9CE8-65FFEE5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 V2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631B3-1324-4B92-89BC-25C8F30B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decreased-profile gut anaerobe v2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D0DE4-E012-4CB2-AFF1-31B05615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ae6cf98404e70"/>
          <a:stretch xmlns:a="http://schemas.openxmlformats.org/drawingml/2006/main"/>
        </p:blipFill>
        <p:spPr>
          <a:xfrm xmlns:a="http://schemas.openxmlformats.org/drawingml/2006/main">
            <a:off x="3013710" y="1200156"/>
            <a:ext cx="6164580" cy="531493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94CCF-CA8D-4C0D-AB45-C5E0C489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12287408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 V2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decreased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d950abae3c47b7"/>
          <a:stretch xmlns:a="http://schemas.openxmlformats.org/drawingml/2006/main"/>
        </p:blipFill>
        <p:spPr>
          <a:xfrm xmlns:a="http://schemas.openxmlformats.org/drawingml/2006/main">
            <a:off x="2304308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45EA0B-4413-4573-8689-0505E19F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29A38-2E11-4FB0-8142-AA223E9F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DCD72-D491-4269-80E2-0BAE3C5D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75569"/>
                </a:solidFill>
              </a:defRPr>
            </a:pPr>
            <a:r>
              <a:rPr sz="975" b="1">
                <a:solidFill>
                  <a:srgbClr val="475569"/>
                </a:solidFill>
              </a:rPr>
              <a:t>PROFILE ENRICHMENT TO GUILD ASSIGNMENT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205C7-6C5C-4722-BB61-919AF080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02D3F-BF31-48DB-9E91-66D9F92C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11/11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F241F-E84E-4645-9562-EB131ADD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42950"/>
            <a:ext cx="11582400" cy="586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a5d5ec13646d5"/>
          <a:stretch xmlns:a="http://schemas.openxmlformats.org/drawingml/2006/main"/>
        </p:blipFill>
        <p:spPr>
          <a:xfrm xmlns:a="http://schemas.openxmlformats.org/drawingml/2006/main">
            <a:off x="381000" y="819150"/>
            <a:ext cx="11430000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6965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2026-06-19T06:11:56.6970000Z</dcterms:created>
  <dcterms:modified xsi:type="dcterms:W3CDTF">2026-06-19T06:11:56.6970000Z</dcterms:modified>
</coreProperties>
</file>