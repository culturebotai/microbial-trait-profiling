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3b3b140ee74264" /><Relationship Type="http://schemas.openxmlformats.org/officeDocument/2006/relationships/extended-properties" Target="/docProps/app.xml" Id="R62bfe405927f4f4f" /><Relationship Type="http://schemas.openxmlformats.org/officeDocument/2006/relationships/officeDocument" Target="/ppt/presentation.xml" Id="R1129bb8cafa746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ab14aee09f4f5d"/>
  </p:sldMasterIdLst>
  <p:notesMasterIdLst>
    <p:notesMasterId xmlns:r="http://schemas.openxmlformats.org/officeDocument/2006/relationships" r:id="Rcf7196ffdb9e4001"/>
  </p:notesMasterIdLst>
  <p:sldIdLst>
    <p:sldId xmlns:r="http://schemas.openxmlformats.org/officeDocument/2006/relationships" id="256" r:id="R01a40b6d8abe42f5"/>
    <p:sldId xmlns:r="http://schemas.openxmlformats.org/officeDocument/2006/relationships" id="257" r:id="R32828fcb05994c96"/>
    <p:sldId xmlns:r="http://schemas.openxmlformats.org/officeDocument/2006/relationships" id="258" r:id="Rc2bfb4bb04e74dee"/>
    <p:sldId xmlns:r="http://schemas.openxmlformats.org/officeDocument/2006/relationships" id="259" r:id="Rc25ab309963b4643"/>
    <p:sldId xmlns:r="http://schemas.openxmlformats.org/officeDocument/2006/relationships" id="260" r:id="R2061f36eb0774ba0"/>
    <p:sldId xmlns:r="http://schemas.openxmlformats.org/officeDocument/2006/relationships" id="261" r:id="Re51a83bbe6034696"/>
    <p:sldId xmlns:r="http://schemas.openxmlformats.org/officeDocument/2006/relationships" id="262" r:id="R6abdf4acbebf4cdf"/>
    <p:sldId xmlns:r="http://schemas.openxmlformats.org/officeDocument/2006/relationships" id="263" r:id="Ra53e68d3de264803"/>
    <p:sldId xmlns:r="http://schemas.openxmlformats.org/officeDocument/2006/relationships" id="264" r:id="Rd216c41292fd44e6"/>
    <p:sldId xmlns:r="http://schemas.openxmlformats.org/officeDocument/2006/relationships" id="265" r:id="Rac595b1fe13946a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ab14aee09f4f5d" /><Relationship Type="http://schemas.openxmlformats.org/officeDocument/2006/relationships/theme" Target="/ppt/theme/theme1.xml" Id="R5a9e61fea92c4238" /><Relationship Type="http://schemas.openxmlformats.org/officeDocument/2006/relationships/notesMaster" Target="/ppt/notesMasters/notesMaster1.xml" Id="Rcf7196ffdb9e4001" /><Relationship Type="http://schemas.openxmlformats.org/officeDocument/2006/relationships/presProps" Target="/ppt/presProps.xml" Id="R713853bf1cc842fa" /><Relationship Type="http://schemas.openxmlformats.org/officeDocument/2006/relationships/viewProps" Target="/ppt/viewProps.xml" Id="R0ad062807ead4721" /><Relationship Type="http://schemas.openxmlformats.org/officeDocument/2006/relationships/tableStyles" Target="/ppt/tableStyles.xml" Id="Rc82728cfd29644b3" /><Relationship Type="http://schemas.openxmlformats.org/officeDocument/2006/relationships/slide" Target="/ppt/slides/slide1.xml" Id="R01a40b6d8abe42f5" /><Relationship Type="http://schemas.openxmlformats.org/officeDocument/2006/relationships/slide" Target="/ppt/slides/slide2.xml" Id="R32828fcb05994c96" /><Relationship Type="http://schemas.openxmlformats.org/officeDocument/2006/relationships/slide" Target="/ppt/slides/slide3.xml" Id="Rc2bfb4bb04e74dee" /><Relationship Type="http://schemas.openxmlformats.org/officeDocument/2006/relationships/slide" Target="/ppt/slides/slide4.xml" Id="Rc25ab309963b4643" /><Relationship Type="http://schemas.openxmlformats.org/officeDocument/2006/relationships/slide" Target="/ppt/slides/slide5.xml" Id="R2061f36eb0774ba0" /><Relationship Type="http://schemas.openxmlformats.org/officeDocument/2006/relationships/slide" Target="/ppt/slides/slide6.xml" Id="Re51a83bbe6034696" /><Relationship Type="http://schemas.openxmlformats.org/officeDocument/2006/relationships/slide" Target="/ppt/slides/slide7.xml" Id="R6abdf4acbebf4cdf" /><Relationship Type="http://schemas.openxmlformats.org/officeDocument/2006/relationships/slide" Target="/ppt/slides/slide8.xml" Id="Ra53e68d3de264803" /><Relationship Type="http://schemas.openxmlformats.org/officeDocument/2006/relationships/slide" Target="/ppt/slides/slide9.xml" Id="Rd216c41292fd44e6" /><Relationship Type="http://schemas.openxmlformats.org/officeDocument/2006/relationships/slide" Target="/ppt/slides/slide10.xml" Id="Rac595b1fe13946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236e0f147ee41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ff95e949524797" /><Relationship Type="http://schemas.openxmlformats.org/officeDocument/2006/relationships/notesMaster" Target="/ppt/notesMasters/notesMaster1.xml" Id="R190c6bd293054f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015709131a492e" /><Relationship Type="http://schemas.openxmlformats.org/officeDocument/2006/relationships/notesMaster" Target="/ppt/notesMasters/notesMaster1.xml" Id="R3dedcbfaa3fc4e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75cd228a204539" /><Relationship Type="http://schemas.openxmlformats.org/officeDocument/2006/relationships/notesMaster" Target="/ppt/notesMasters/notesMaster1.xml" Id="R48e56d08046d42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380417adba4da7" /><Relationship Type="http://schemas.openxmlformats.org/officeDocument/2006/relationships/notesMaster" Target="/ppt/notesMasters/notesMaster1.xml" Id="R41d3b5fe57664a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f88b7f88b546e8" /><Relationship Type="http://schemas.openxmlformats.org/officeDocument/2006/relationships/notesMaster" Target="/ppt/notesMasters/notesMaster1.xml" Id="R48ae83c31c2c49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6de003b8f24591" /><Relationship Type="http://schemas.openxmlformats.org/officeDocument/2006/relationships/notesMaster" Target="/ppt/notesMasters/notesMaster1.xml" Id="R7ee80b92d6594f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dea69b80544e62" /><Relationship Type="http://schemas.openxmlformats.org/officeDocument/2006/relationships/notesMaster" Target="/ppt/notesMasters/notesMaster1.xml" Id="Rfd04c4395e9e41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7ef6820d5c402a" /><Relationship Type="http://schemas.openxmlformats.org/officeDocument/2006/relationships/notesMaster" Target="/ppt/notesMasters/notesMaster1.xml" Id="Rbefc66ea66ff4f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8eb62e684c44ad" /><Relationship Type="http://schemas.openxmlformats.org/officeDocument/2006/relationships/notesMaster" Target="/ppt/notesMasters/notesMaster1.xml" Id="Re08bdefb1fa94b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2e0f1837104ced" /><Relationship Type="http://schemas.openxmlformats.org/officeDocument/2006/relationships/notesMaster" Target="/ppt/notesMasters/notesMaster1.xml" Id="R0914e267274b4d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36d8da3e0447e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a7e8cedc806414c" /><Relationship Type="http://schemas.openxmlformats.org/officeDocument/2006/relationships/slideLayout" Target="/ppt/slideLayouts/slideLayout2.xml" Id="R30c8bb6011e541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c8bb6011e541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9348a54ae43ea" /><Relationship Type="http://schemas.openxmlformats.org/officeDocument/2006/relationships/image" Target="/ppt/media/image.png" Id="Rce42ca3099b547ab" /><Relationship Type="http://schemas.openxmlformats.org/officeDocument/2006/relationships/notesSlide" Target="/ppt/notesSlides/notesSlide1.xml" Id="R6faa57543f2146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729754fa7740d7" /><Relationship Type="http://schemas.openxmlformats.org/officeDocument/2006/relationships/image" Target="/ppt/media/image2.png" Id="Rdaadebeb509345c9" /><Relationship Type="http://schemas.openxmlformats.org/officeDocument/2006/relationships/notesSlide" Target="/ppt/notesSlides/notesSlide2.xml" Id="R73ea4074db4d4a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f421b14b3149b8" /><Relationship Type="http://schemas.openxmlformats.org/officeDocument/2006/relationships/image" Target="/ppt/media/image3.png" Id="R0c461df959b6455d" /><Relationship Type="http://schemas.openxmlformats.org/officeDocument/2006/relationships/notesSlide" Target="/ppt/notesSlides/notesSlide3.xml" Id="R755e49ca7a2348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069bbcbdd5467f" /><Relationship Type="http://schemas.openxmlformats.org/officeDocument/2006/relationships/image" Target="/ppt/media/image4.png" Id="R8b3d4edf7b054102" /><Relationship Type="http://schemas.openxmlformats.org/officeDocument/2006/relationships/notesSlide" Target="/ppt/notesSlides/notesSlide4.xml" Id="Rb830dc5c0f994b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38bf929c9249a6" /><Relationship Type="http://schemas.openxmlformats.org/officeDocument/2006/relationships/image" Target="/ppt/media/image5.png" Id="R5434026b74834394" /><Relationship Type="http://schemas.openxmlformats.org/officeDocument/2006/relationships/notesSlide" Target="/ppt/notesSlides/notesSlide5.xml" Id="Rf4953169ff3f4a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ecceb27dbf44cc" /><Relationship Type="http://schemas.openxmlformats.org/officeDocument/2006/relationships/image" Target="/ppt/media/image6.png" Id="Rf619e6391d404400" /><Relationship Type="http://schemas.openxmlformats.org/officeDocument/2006/relationships/notesSlide" Target="/ppt/notesSlides/notesSlide6.xml" Id="Raa74b3a0dc534d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322fc313f44957" /><Relationship Type="http://schemas.openxmlformats.org/officeDocument/2006/relationships/image" Target="/ppt/media/image7.png" Id="R0f3357b6e76f4fce" /><Relationship Type="http://schemas.openxmlformats.org/officeDocument/2006/relationships/notesSlide" Target="/ppt/notesSlides/notesSlide7.xml" Id="Ra82782026e9746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65b1f83f0247d0" /><Relationship Type="http://schemas.openxmlformats.org/officeDocument/2006/relationships/image" Target="/ppt/media/image8.png" Id="Rb8b4c852008d4e7c" /><Relationship Type="http://schemas.openxmlformats.org/officeDocument/2006/relationships/notesSlide" Target="/ppt/notesSlides/notesSlide8.xml" Id="Rc2a0f4c9acbf42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49f323af184b3c" /><Relationship Type="http://schemas.openxmlformats.org/officeDocument/2006/relationships/image" Target="/ppt/media/image9.png" Id="R0a0ad7f26d764a40" /><Relationship Type="http://schemas.openxmlformats.org/officeDocument/2006/relationships/notesSlide" Target="/ppt/notesSlides/notesSlide9.xml" Id="R393a74c9b91842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c385113f574001" /><Relationship Type="http://schemas.openxmlformats.org/officeDocument/2006/relationships/image" Target="/ppt/media/image10.png" Id="R6a64c7bd39144389" /><Relationship Type="http://schemas.openxmlformats.org/officeDocument/2006/relationships/notesSlide" Target="/ppt/notesSlides/notesSlide10.xml" Id="R7d9838c8d47041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26D13-DAC5-4EE2-89AA-2631A1A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05566-8AB7-42C6-9FE7-E14E8C5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E10E-EFE6-4D2D-B708-E2DC21A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7BB9-9E92-47EF-A6F4-565AF1D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3CA5-5A93-41AC-A143-69DA06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2ca3099b547ab"/>
          <a:stretch xmlns:a="http://schemas.openxmlformats.org/drawingml/2006/main"/>
        </p:blipFill>
        <p:spPr>
          <a:xfrm xmlns:a="http://schemas.openxmlformats.org/drawingml/2006/main">
            <a:off x="1647825" y="1200150"/>
            <a:ext cx="885825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98CE-A52F-4E5C-82E0-0596E714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10039108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011D3D-D053-428F-A6DB-265FF8FF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364C2-07DA-4B0B-8EF0-DD394F14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7E52-9867-4343-ABC5-531FC7F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2E8B5-8931-4D44-9750-D8C2143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increased-profile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E1FC3-C199-443F-B9C3-6F1ABD6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debeb509345c9"/>
          <a:stretch xmlns:a="http://schemas.openxmlformats.org/drawingml/2006/main"/>
        </p:blipFill>
        <p:spPr>
          <a:xfrm xmlns:a="http://schemas.openxmlformats.org/drawingml/2006/main">
            <a:off x="1245177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B269-3B12-430E-BDA3-F951EB68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1550300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213B0-4237-4D7B-A55F-389A914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0AEF1-5944-46CB-939B-9746BC6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7079D-FCF1-44DA-AC3F-63A1FE1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EE035-68AA-45FC-AAF3-BA48BA9E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Guild traits are higher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9225-AF93-423B-9781-96FDFDDA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61df959b6455d"/>
          <a:stretch xmlns:a="http://schemas.openxmlformats.org/drawingml/2006/main"/>
        </p:blipFill>
        <p:spPr>
          <a:xfrm xmlns:a="http://schemas.openxmlformats.org/drawingml/2006/main">
            <a:off x="1245177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64D32-0183-4CC2-B884-B0D8B39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805653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1DCCB-E0D7-43E5-B057-03AA23C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758E-EFE7-4E42-947E-80D5D82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23C69-BBD3-49AC-80F2-EB17B1F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7F20-4D4B-42F5-AC2F-39B24F5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increased-profile facultative-aerobe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3D535-0955-491A-8584-E1FC507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3d4edf7b054102"/>
          <a:stretch xmlns:a="http://schemas.openxmlformats.org/drawingml/2006/main"/>
        </p:blipFill>
        <p:spPr>
          <a:xfrm xmlns:a="http://schemas.openxmlformats.org/drawingml/2006/main">
            <a:off x="1118201" y="1200150"/>
            <a:ext cx="991749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64471-73A0-4566-9FF7-2865373B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52648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increased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4026b74834394"/>
          <a:stretch xmlns:a="http://schemas.openxmlformats.org/drawingml/2006/main"/>
        </p:blipFill>
        <p:spPr>
          <a:xfrm xmlns:a="http://schemas.openxmlformats.org/drawingml/2006/main">
            <a:off x="2287126" y="1200150"/>
            <a:ext cx="757964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6EAFF-3938-456A-85D7-7108FEA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233C0-520E-47B7-89FD-AAE5FA9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CF9F9-23B8-4EFF-9537-7414928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ANAEROBE/FERMENTATION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3A3C2-1B13-45A3-BE1C-5BD41BB4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C3DF-525D-4FE1-826F-4ED8579B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9e6391d404400"/>
          <a:stretch xmlns:a="http://schemas.openxmlformats.org/drawingml/2006/main"/>
        </p:blipFill>
        <p:spPr>
          <a:xfrm xmlns:a="http://schemas.openxmlformats.org/drawingml/2006/main">
            <a:off x="1094184" y="1200150"/>
            <a:ext cx="996553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6AD6E-4CF8-426F-B59A-EB5613DF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14493455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35619-0B55-4AB2-BB2E-68BA0CC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3AD6-4A3A-4AA0-91FD-524AF2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CFFFD-66F7-447E-B592-05DD8EE4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ANAEROBE/FERMENTATION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65AC-44CB-46ED-8BA3-1CD7939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high decreased-profile guild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17C8-C9CF-47DD-A7A3-8B86A83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357b6e76f4fce"/>
          <a:stretch xmlns:a="http://schemas.openxmlformats.org/drawingml/2006/main"/>
        </p:blipFill>
        <p:spPr>
          <a:xfrm xmlns:a="http://schemas.openxmlformats.org/drawingml/2006/main">
            <a:off x="1245177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4A6C0-C093-4306-9F36-D3E2D8E1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1094904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066656-EA4B-4FD7-8B14-8937434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9D4C-9717-4E97-A77F-191197E3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A5795-4340-4C8B-B9EE-61DF226B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ANAEROBE/FERMENTATION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FBF12-F17F-460C-8377-38F9577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Guild traits are higher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7E4C5-BB43-4FF3-9E2C-A1D2D6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b4c852008d4e7c"/>
          <a:stretch xmlns:a="http://schemas.openxmlformats.org/drawingml/2006/main"/>
        </p:blipFill>
        <p:spPr>
          <a:xfrm xmlns:a="http://schemas.openxmlformats.org/drawingml/2006/main">
            <a:off x="1015093" y="1200150"/>
            <a:ext cx="10123714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9198-E2EC-40EB-A4FE-54BBE7A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12271823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4195B-0BC5-41B5-BCFE-AB3A8E6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D23B-9551-4981-B582-F114249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F6DD8-DEF7-4685-9CE8-65FFEE5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ANAEROBE/FERMENTATION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631B3-1324-4B92-89BC-25C8F30B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decreased-profile gut anaerobe signal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D0DE4-E012-4CB2-AFF1-31B056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0ad7f26d764a40"/>
          <a:stretch xmlns:a="http://schemas.openxmlformats.org/drawingml/2006/main"/>
        </p:blipFill>
        <p:spPr>
          <a:xfrm xmlns:a="http://schemas.openxmlformats.org/drawingml/2006/main">
            <a:off x="3015239" y="1200150"/>
            <a:ext cx="612342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94CCF-CA8D-4C0D-AB45-C5E0C489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2287408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GUT ANAEROBE/FERMENTATION DEPLETION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decreased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64c7bd39144389"/>
          <a:stretch xmlns:a="http://schemas.openxmlformats.org/drawingml/2006/main"/>
        </p:blipFill>
        <p:spPr>
          <a:xfrm xmlns:a="http://schemas.openxmlformats.org/drawingml/2006/main">
            <a:off x="2285210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2026-06-04T06:19:59.3000000Z</dcterms:created>
  <dcterms:modified xsi:type="dcterms:W3CDTF">2026-06-04T06:19:59.3000000Z</dcterms:modified>
</coreProperties>
</file>