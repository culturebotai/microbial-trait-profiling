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dcb4ea8c8543a0" /><Relationship Type="http://schemas.openxmlformats.org/officeDocument/2006/relationships/extended-properties" Target="/docProps/app.xml" Id="Re83d985069644e2f" /><Relationship Type="http://schemas.openxmlformats.org/officeDocument/2006/relationships/officeDocument" Target="/ppt/presentation.xml" Id="Rb4117001aa7548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92c359b7ae4c0b"/>
  </p:sldMasterIdLst>
  <p:notesMasterIdLst>
    <p:notesMasterId xmlns:r="http://schemas.openxmlformats.org/officeDocument/2006/relationships" r:id="Rd64efe9ad7684feb"/>
  </p:notesMasterIdLst>
  <p:sldIdLst>
    <p:sldId xmlns:r="http://schemas.openxmlformats.org/officeDocument/2006/relationships" id="256" r:id="Rfde32970275a4192"/>
    <p:sldId xmlns:r="http://schemas.openxmlformats.org/officeDocument/2006/relationships" id="257" r:id="Rb069d3ce253b4953"/>
    <p:sldId xmlns:r="http://schemas.openxmlformats.org/officeDocument/2006/relationships" id="258" r:id="R77dacfb9298a45b7"/>
    <p:sldId xmlns:r="http://schemas.openxmlformats.org/officeDocument/2006/relationships" id="259" r:id="R61791f8bb8f04850"/>
    <p:sldId xmlns:r="http://schemas.openxmlformats.org/officeDocument/2006/relationships" id="260" r:id="R28eaaef8ce3143d8"/>
    <p:sldId xmlns:r="http://schemas.openxmlformats.org/officeDocument/2006/relationships" id="261" r:id="Ra9090480755a43ad"/>
    <p:sldId xmlns:r="http://schemas.openxmlformats.org/officeDocument/2006/relationships" id="262" r:id="R06fa41a11e58460c"/>
    <p:sldId xmlns:r="http://schemas.openxmlformats.org/officeDocument/2006/relationships" id="263" r:id="Raf80e4368af04045"/>
    <p:sldId xmlns:r="http://schemas.openxmlformats.org/officeDocument/2006/relationships" id="264" r:id="R6d1d59c1d55f42f2"/>
    <p:sldId xmlns:r="http://schemas.openxmlformats.org/officeDocument/2006/relationships" id="265" r:id="R4721f34b6ce34ae1"/>
    <p:sldId xmlns:r="http://schemas.openxmlformats.org/officeDocument/2006/relationships" id="266" r:id="Rd37b3e81eac5444a"/>
    <p:sldId xmlns:r="http://schemas.openxmlformats.org/officeDocument/2006/relationships" id="267" r:id="R6fb88fcc9f6b4ee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92c359b7ae4c0b" /><Relationship Type="http://schemas.openxmlformats.org/officeDocument/2006/relationships/theme" Target="/ppt/theme/theme1.xml" Id="R33df8732b7a549f6" /><Relationship Type="http://schemas.openxmlformats.org/officeDocument/2006/relationships/notesMaster" Target="/ppt/notesMasters/notesMaster1.xml" Id="Rd64efe9ad7684feb" /><Relationship Type="http://schemas.openxmlformats.org/officeDocument/2006/relationships/presProps" Target="/ppt/presProps.xml" Id="R1e5f7456b91b4fb3" /><Relationship Type="http://schemas.openxmlformats.org/officeDocument/2006/relationships/viewProps" Target="/ppt/viewProps.xml" Id="R37d689f3d63148e5" /><Relationship Type="http://schemas.openxmlformats.org/officeDocument/2006/relationships/tableStyles" Target="/ppt/tableStyles.xml" Id="R6753dccfc32448f4" /><Relationship Type="http://schemas.openxmlformats.org/officeDocument/2006/relationships/slide" Target="/ppt/slides/slide1.xml" Id="Rfde32970275a4192" /><Relationship Type="http://schemas.openxmlformats.org/officeDocument/2006/relationships/slide" Target="/ppt/slides/slide2.xml" Id="Rb069d3ce253b4953" /><Relationship Type="http://schemas.openxmlformats.org/officeDocument/2006/relationships/slide" Target="/ppt/slides/slide3.xml" Id="R77dacfb9298a45b7" /><Relationship Type="http://schemas.openxmlformats.org/officeDocument/2006/relationships/slide" Target="/ppt/slides/slide4.xml" Id="R61791f8bb8f04850" /><Relationship Type="http://schemas.openxmlformats.org/officeDocument/2006/relationships/slide" Target="/ppt/slides/slide5.xml" Id="R28eaaef8ce3143d8" /><Relationship Type="http://schemas.openxmlformats.org/officeDocument/2006/relationships/slide" Target="/ppt/slides/slide6.xml" Id="Ra9090480755a43ad" /><Relationship Type="http://schemas.openxmlformats.org/officeDocument/2006/relationships/slide" Target="/ppt/slides/slide7.xml" Id="R06fa41a11e58460c" /><Relationship Type="http://schemas.openxmlformats.org/officeDocument/2006/relationships/slide" Target="/ppt/slides/slide8.xml" Id="Raf80e4368af04045" /><Relationship Type="http://schemas.openxmlformats.org/officeDocument/2006/relationships/slide" Target="/ppt/slides/slide9.xml" Id="R6d1d59c1d55f42f2" /><Relationship Type="http://schemas.openxmlformats.org/officeDocument/2006/relationships/slide" Target="/ppt/slides/slide10.xml" Id="R4721f34b6ce34ae1" /><Relationship Type="http://schemas.openxmlformats.org/officeDocument/2006/relationships/slide" Target="/ppt/slides/slide11.xml" Id="Rd37b3e81eac5444a" /><Relationship Type="http://schemas.openxmlformats.org/officeDocument/2006/relationships/slide" Target="/ppt/slides/slide12.xml" Id="R6fb88fcc9f6b4e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3a59a6939d94c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d0bab02d794c72" /><Relationship Type="http://schemas.openxmlformats.org/officeDocument/2006/relationships/notesMaster" Target="/ppt/notesMasters/notesMaster1.xml" Id="Re55f83f28b4547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658e33975842d9" /><Relationship Type="http://schemas.openxmlformats.org/officeDocument/2006/relationships/notesMaster" Target="/ppt/notesMasters/notesMaster1.xml" Id="Re64f621bf9ec48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3cce1b54b64f05" /><Relationship Type="http://schemas.openxmlformats.org/officeDocument/2006/relationships/notesMaster" Target="/ppt/notesMasters/notesMaster1.xml" Id="Rb9c521cc4f4b41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dc6a4c4d694657" /><Relationship Type="http://schemas.openxmlformats.org/officeDocument/2006/relationships/notesMaster" Target="/ppt/notesMasters/notesMaster1.xml" Id="R2cc18f89cbd34e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db2a37a55b4f68" /><Relationship Type="http://schemas.openxmlformats.org/officeDocument/2006/relationships/notesMaster" Target="/ppt/notesMasters/notesMaster1.xml" Id="R821f8d94e21049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411f30ff1e4190" /><Relationship Type="http://schemas.openxmlformats.org/officeDocument/2006/relationships/notesMaster" Target="/ppt/notesMasters/notesMaster1.xml" Id="R6b4ed1b4cf5c45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ea2e3ac57a45a3" /><Relationship Type="http://schemas.openxmlformats.org/officeDocument/2006/relationships/notesMaster" Target="/ppt/notesMasters/notesMaster1.xml" Id="R367cf62c05db46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ff807dfec54af7" /><Relationship Type="http://schemas.openxmlformats.org/officeDocument/2006/relationships/notesMaster" Target="/ppt/notesMasters/notesMaster1.xml" Id="Rc5d31c03b85640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7145f08c294a28" /><Relationship Type="http://schemas.openxmlformats.org/officeDocument/2006/relationships/notesMaster" Target="/ppt/notesMasters/notesMaster1.xml" Id="R33bdca9805e848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fa23fa086540b2" /><Relationship Type="http://schemas.openxmlformats.org/officeDocument/2006/relationships/notesMaster" Target="/ppt/notesMasters/notesMaster1.xml" Id="R94acca29be224c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eec69a7c714872" /><Relationship Type="http://schemas.openxmlformats.org/officeDocument/2006/relationships/notesMaster" Target="/ppt/notesMasters/notesMaster1.xml" Id="R33a8217c99334e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fe02afa50c40ae" /><Relationship Type="http://schemas.openxmlformats.org/officeDocument/2006/relationships/notesMaster" Target="/ppt/notesMasters/notesMaster1.xml" Id="R347c3066b04546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36c6c4ed96435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077371db4e54184" /><Relationship Type="http://schemas.openxmlformats.org/officeDocument/2006/relationships/slideLayout" Target="/ppt/slideLayouts/slideLayout2.xml" Id="Ra1f64ec61a094a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f64ec61a094a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38db70954b49e3" /><Relationship Type="http://schemas.openxmlformats.org/officeDocument/2006/relationships/image" Target="/ppt/media/image.png" Id="R4f295568dcaf4ccb" /><Relationship Type="http://schemas.openxmlformats.org/officeDocument/2006/relationships/notesSlide" Target="/ppt/notesSlides/notesSlide1.xml" Id="R01f401a9d03449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0a0fc1a1e349ab" /><Relationship Type="http://schemas.openxmlformats.org/officeDocument/2006/relationships/image" Target="/ppt/media/image2.png" Id="Rb14e784d76d7404c" /><Relationship Type="http://schemas.openxmlformats.org/officeDocument/2006/relationships/notesSlide" Target="/ppt/notesSlides/notesSlide2.xml" Id="Rbacb8c4b372f4f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b284fa10cd4288" /><Relationship Type="http://schemas.openxmlformats.org/officeDocument/2006/relationships/image" Target="/ppt/media/image3.png" Id="R71cb315da0334856" /><Relationship Type="http://schemas.openxmlformats.org/officeDocument/2006/relationships/notesSlide" Target="/ppt/notesSlides/notesSlide3.xml" Id="R5a417dfd4cbb44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19270482bb4f76" /><Relationship Type="http://schemas.openxmlformats.org/officeDocument/2006/relationships/image" Target="/ppt/media/image4.png" Id="Rfab65c32293e4cf3" /><Relationship Type="http://schemas.openxmlformats.org/officeDocument/2006/relationships/notesSlide" Target="/ppt/notesSlides/notesSlide4.xml" Id="R1b7e63e951e64d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63c5ed9cd24a2c" /><Relationship Type="http://schemas.openxmlformats.org/officeDocument/2006/relationships/image" Target="/ppt/media/image5.png" Id="Rc250975ce5bc40fc" /><Relationship Type="http://schemas.openxmlformats.org/officeDocument/2006/relationships/notesSlide" Target="/ppt/notesSlides/notesSlide5.xml" Id="Rc3639b2afbfc4f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bdfd18aa8141d6" /><Relationship Type="http://schemas.openxmlformats.org/officeDocument/2006/relationships/image" Target="/ppt/media/image6.png" Id="R0a887ae43e594df6" /><Relationship Type="http://schemas.openxmlformats.org/officeDocument/2006/relationships/notesSlide" Target="/ppt/notesSlides/notesSlide6.xml" Id="Ra8193b4c0bac4c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3a7513e69f42db" /><Relationship Type="http://schemas.openxmlformats.org/officeDocument/2006/relationships/image" Target="/ppt/media/image7.png" Id="R3dbc9edab9084ef5" /><Relationship Type="http://schemas.openxmlformats.org/officeDocument/2006/relationships/notesSlide" Target="/ppt/notesSlides/notesSlide7.xml" Id="Re9c8cdd9ae4545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acc80bdc8f41d5" /><Relationship Type="http://schemas.openxmlformats.org/officeDocument/2006/relationships/image" Target="/ppt/media/image8.png" Id="Rd9f97c1718584570" /><Relationship Type="http://schemas.openxmlformats.org/officeDocument/2006/relationships/notesSlide" Target="/ppt/notesSlides/notesSlide8.xml" Id="Rde22de74e4b44b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adee9630e24675" /><Relationship Type="http://schemas.openxmlformats.org/officeDocument/2006/relationships/image" Target="/ppt/media/image9.png" Id="R8ed855b87e3d4555" /><Relationship Type="http://schemas.openxmlformats.org/officeDocument/2006/relationships/notesSlide" Target="/ppt/notesSlides/notesSlide9.xml" Id="R265c38493f78492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68a9ab18a843bf" /><Relationship Type="http://schemas.openxmlformats.org/officeDocument/2006/relationships/image" Target="/ppt/media/image10.png" Id="R606ec1b0d89443de" /><Relationship Type="http://schemas.openxmlformats.org/officeDocument/2006/relationships/notesSlide" Target="/ppt/notesSlides/notesSlide10.xml" Id="Ra951fe0369aa43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154a63e4d34802" /><Relationship Type="http://schemas.openxmlformats.org/officeDocument/2006/relationships/image" Target="/ppt/media/image11.png" Id="R38f1a8d437474d23" /><Relationship Type="http://schemas.openxmlformats.org/officeDocument/2006/relationships/notesSlide" Target="/ppt/notesSlides/notesSlide11.xml" Id="R4755756b9b1342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ecddc761dd4925" /><Relationship Type="http://schemas.openxmlformats.org/officeDocument/2006/relationships/image" Target="/ppt/media/image12.png" Id="R2dacf80344194e88" /><Relationship Type="http://schemas.openxmlformats.org/officeDocument/2006/relationships/notesSlide" Target="/ppt/notesSlides/notesSlide12.xml" Id="Rb14a7e1bfc80414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3D10BA-0FC3-4946-A0EA-30076361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08F91-11DB-49C5-8756-49D8BA94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4785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6F27-A4CE-4BF4-BEAF-566E436F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GUT ANAEROBE / 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3B4CA-0893-4FA6-86B1-76B2BA3B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Guild traits are higher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FC2131-1F6F-4EC4-AE16-A775B877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Gut anaerobe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8C0E5-E6CF-49C4-B497-F0B7C916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295568dcaf4ccb"/>
          <a:stretch xmlns:a="http://schemas.openxmlformats.org/drawingml/2006/main"/>
        </p:blipFill>
        <p:spPr>
          <a:xfrm xmlns:a="http://schemas.openxmlformats.org/drawingml/2006/main">
            <a:off x="1215571" y="1104900"/>
            <a:ext cx="9760857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F7F421-72E6-4EA3-8952-248A6F4B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guild_trait_direction_shift.png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A4F73C-C756-46E3-9146-6599FD0A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1</a:t>
            </a:r>
          </a:p>
        </p:txBody>
      </p:sp>
    </p:spTree>
    <p:extLst>
      <p:ext uri="{BB962C8B-B14F-4D97-AF65-F5344CB8AC3E}">
        <p14:creationId xmlns:p14="http://schemas.microsoft.com/office/powerpoint/2010/main" val="16605440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2346F0-6803-4E66-B718-C832A96D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5DD69-0EC0-44A5-8BB2-282B27CF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2D04"/>
          </a:solidFill>
          <a:ln xmlns:a="http://schemas.openxmlformats.org/drawingml/2006/main" w="0">
            <a:solidFill>
              <a:srgbClr val="8C2D0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81745-2D34-4D3E-9A94-EC6FDE63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C2D0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C2D04"/>
                </a:solidFill>
                <a:latin typeface="Aptos"/>
                <a:ea typeface="Aptos"/>
                <a:cs typeface="Aptos"/>
              </a:rPr>
              <a:t>GUT ANAEROBE / 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AB177-8A58-4460-8A46-EA3648A3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Candidate taxa are depletion-biased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6398A-E635-44DE-B98F-7E80583A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Gut anaerobe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FDE9D-2FE2-411A-B5D4-9EDFE273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e784d76d7404c"/>
          <a:stretch xmlns:a="http://schemas.openxmlformats.org/drawingml/2006/main"/>
        </p:blipFill>
        <p:spPr>
          <a:xfrm xmlns:a="http://schemas.openxmlformats.org/drawingml/2006/main">
            <a:off x="1291828" y="1104900"/>
            <a:ext cx="9608344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1E2C2-9817-48F4-AE5B-456CFE0A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candidate_taxa_depletion_bias.png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9BF49-EB4C-48E2-992B-C601085F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2</a:t>
            </a:r>
          </a:p>
        </p:txBody>
      </p:sp>
    </p:spTree>
    <p:extLst>
      <p:ext uri="{BB962C8B-B14F-4D97-AF65-F5344CB8AC3E}">
        <p14:creationId xmlns:p14="http://schemas.microsoft.com/office/powerpoint/2010/main" val="4300851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76E367-FDD1-4F44-B4FD-F16D17FE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2C9F1B-9D18-4BE5-B079-F89D87C7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288D7-AE5B-4D44-9B24-E1E295BF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GUT ANAEROBE / 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BC34BE-D8BE-4CF1-AB6F-216B28B9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Conditions with high decreased-profile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65C9C-8071-44A1-ACC2-0708A573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Gut anaerobe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CF699-5E8B-4296-86C8-D436E38F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b315da0334856"/>
          <a:stretch xmlns:a="http://schemas.openxmlformats.org/drawingml/2006/main"/>
        </p:blipFill>
        <p:spPr>
          <a:xfrm xmlns:a="http://schemas.openxmlformats.org/drawingml/2006/main">
            <a:off x="1437409" y="1104900"/>
            <a:ext cx="9317182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BFE77-724F-4FEA-9E5B-C493A78B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condition_decreased_guild_signal.png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A8703-9462-4523-B0EC-EF189E74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3</a:t>
            </a:r>
          </a:p>
        </p:txBody>
      </p:sp>
    </p:spTree>
    <p:extLst>
      <p:ext uri="{BB962C8B-B14F-4D97-AF65-F5344CB8AC3E}">
        <p14:creationId xmlns:p14="http://schemas.microsoft.com/office/powerpoint/2010/main" val="18945172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0FDFE7-7AFA-4BCD-B5AE-9E5A3994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D5B67F-1709-413D-832F-B616FD25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8AB30-E076-4A80-9156-0DEFE24C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GUT ANAEROBE / 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285EA-82EC-48EB-B112-7258EF75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Condition share among target-taxon depletions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8C1DE4-0F15-49A8-B76E-2956AC4C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Gut anaerobe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42328-46F8-4B27-8070-E1ECA05E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b65c32293e4cf3"/>
          <a:stretch xmlns:a="http://schemas.openxmlformats.org/drawingml/2006/main"/>
        </p:blipFill>
        <p:spPr>
          <a:xfrm xmlns:a="http://schemas.openxmlformats.org/drawingml/2006/main">
            <a:off x="2860286" y="1104900"/>
            <a:ext cx="6471427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8EB7B-1E2F-4495-B6AD-AB2BEF23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target_taxa_condition_breakdown_pie.png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860B0-A826-40D1-9F72-40F74812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4</a:t>
            </a:r>
          </a:p>
        </p:txBody>
      </p:sp>
    </p:spTree>
    <p:extLst>
      <p:ext uri="{BB962C8B-B14F-4D97-AF65-F5344CB8AC3E}">
        <p14:creationId xmlns:p14="http://schemas.microsoft.com/office/powerpoint/2010/main" val="3206003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EB756F-65C0-4D21-8B35-D32670FB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1AD91-BE31-42CA-8B3D-9E9C8D9D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6F8262-2ECB-4670-8AA3-C8D9B334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GUT ANAEROBE / 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3FC28-CA58-4FFF-B980-8DFCE0A9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Top conditions among target-taxon depletions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0E5A7-30BA-4EDA-9B9F-0C70AD85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Gut anaerobe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35A1D-30B0-44F3-8B26-85770A40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0975ce5bc40fc"/>
          <a:stretch xmlns:a="http://schemas.openxmlformats.org/drawingml/2006/main"/>
        </p:blipFill>
        <p:spPr>
          <a:xfrm xmlns:a="http://schemas.openxmlformats.org/drawingml/2006/main">
            <a:off x="2440165" y="1104900"/>
            <a:ext cx="7311670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09E7A-BF6E-4308-982C-391DCD50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target_taxa_condition_breakdown_histogram.png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05AF5B-61F3-425E-8916-5DAD97B3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5</a:t>
            </a:r>
          </a:p>
        </p:txBody>
      </p:sp>
    </p:spTree>
    <p:extLst>
      <p:ext uri="{BB962C8B-B14F-4D97-AF65-F5344CB8AC3E}">
        <p14:creationId xmlns:p14="http://schemas.microsoft.com/office/powerpoint/2010/main" val="5983392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C48999-73A9-4D44-8A8E-1F13A4CA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575AE0-5A52-48FD-B756-CC163FDCB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4785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ACBFD9-F551-4C6E-936C-DFF1A972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GUT ANAEROBE / 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A0746-84F2-4F3B-8C8C-9E21CFA7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Anatomical sites of decreased-profile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E0E0F-D0BB-4DBE-8960-28FE50A6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Gut anaerobe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ECB3BB-D68B-4033-9BDF-7C82F7CB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87ae43e594df6"/>
          <a:stretch xmlns:a="http://schemas.openxmlformats.org/drawingml/2006/main"/>
        </p:blipFill>
        <p:spPr>
          <a:xfrm xmlns:a="http://schemas.openxmlformats.org/drawingml/2006/main">
            <a:off x="3144028" y="1104900"/>
            <a:ext cx="5903944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DCA058-A928-4AD3-BF4D-EBC3A024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anatomical_sites_diagram.png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B3C9FB-43A7-4FCF-8664-5F7B8610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6</a:t>
            </a:r>
          </a:p>
        </p:txBody>
      </p:sp>
    </p:spTree>
    <p:extLst>
      <p:ext uri="{BB962C8B-B14F-4D97-AF65-F5344CB8AC3E}">
        <p14:creationId xmlns:p14="http://schemas.microsoft.com/office/powerpoint/2010/main" val="92231399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C52911-DC17-4D1C-9E33-1CF55E60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73719-3CC2-4FB8-9454-92BA6155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1B8699-0D17-4835-B045-3525B47E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E123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E123C"/>
                </a:solidFill>
                <a:latin typeface="Aptos"/>
                <a:ea typeface="Aptos"/>
                <a:cs typeface="Aptos"/>
              </a:rPr>
              <a:t>FACULTATIVE-AEROBE TRAIT EXPANSION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A30DB-782D-436F-8A5E-3C6B9CC0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Guild traits are higher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D410D-FC01-44CE-B511-15EBD44D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Facultative-aerobe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18783-2C1B-4BCA-B4CC-F9D3A96D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bc9edab9084ef5"/>
          <a:stretch xmlns:a="http://schemas.openxmlformats.org/drawingml/2006/main"/>
        </p:blipFill>
        <p:spPr>
          <a:xfrm xmlns:a="http://schemas.openxmlformats.org/drawingml/2006/main">
            <a:off x="1437409" y="1104900"/>
            <a:ext cx="9317182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A9217E-03F8-4AD2-8707-2134DA99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guild_trait_direction_shift.png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00086-58FF-4001-A113-C7ADB880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7</a:t>
            </a:r>
          </a:p>
        </p:txBody>
      </p:sp>
    </p:spTree>
    <p:extLst>
      <p:ext uri="{BB962C8B-B14F-4D97-AF65-F5344CB8AC3E}">
        <p14:creationId xmlns:p14="http://schemas.microsoft.com/office/powerpoint/2010/main" val="82856378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E92CD9-97DA-4B8C-B596-8828E392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C5E93D-04CC-4D34-A302-9A51E5E5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B91C1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CACFC-EA99-4ADE-A044-D43F46E7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FACULTATIVE-AEROBE TRAIT EXPANSION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C1482-5BD1-42C8-8405-E3554DE1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Candidate taxa are expansion-biased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C62EDB-0067-425C-BAC6-3267A50C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Facultative-aerobe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91C1D-7175-42D5-A768-0DAF34CA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97c1718584570"/>
          <a:stretch xmlns:a="http://schemas.openxmlformats.org/drawingml/2006/main"/>
        </p:blipFill>
        <p:spPr>
          <a:xfrm xmlns:a="http://schemas.openxmlformats.org/drawingml/2006/main">
            <a:off x="1825625" y="1104900"/>
            <a:ext cx="8540750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F45FC0-B0BE-4931-B221-234E6BF5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candidate_taxa_expansion_bias.png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63D0CF-3088-44FE-A57E-B6EFF639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8</a:t>
            </a:r>
          </a:p>
        </p:txBody>
      </p:sp>
    </p:spTree>
    <p:extLst>
      <p:ext uri="{BB962C8B-B14F-4D97-AF65-F5344CB8AC3E}">
        <p14:creationId xmlns:p14="http://schemas.microsoft.com/office/powerpoint/2010/main" val="1491734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9BAD05-3A0C-43AF-ADF4-6F4D7E8C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6F1C65-F538-4BB1-8C84-42F3C18C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EC168-E1DF-4929-9077-3064F6B1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FACULTATIVE-AEROBE TRAIT EXPANSION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633F89-FB5C-48C0-B778-D75ABA74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Conditions with high increased-profile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CD6920-8AD3-44C0-B61D-56816CEE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Facultative-aerobe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2588AD-3103-4C46-B99A-FE5F9678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855b87e3d4555"/>
          <a:stretch xmlns:a="http://schemas.openxmlformats.org/drawingml/2006/main"/>
        </p:blipFill>
        <p:spPr>
          <a:xfrm xmlns:a="http://schemas.openxmlformats.org/drawingml/2006/main">
            <a:off x="1437409" y="1104900"/>
            <a:ext cx="9317182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8D192-B6A7-492C-9EFB-7FAA9FED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condition_increased_guild_signal.png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72661-77E1-409E-B61B-255047B6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9</a:t>
            </a:r>
          </a:p>
        </p:txBody>
      </p:sp>
    </p:spTree>
    <p:extLst>
      <p:ext uri="{BB962C8B-B14F-4D97-AF65-F5344CB8AC3E}">
        <p14:creationId xmlns:p14="http://schemas.microsoft.com/office/powerpoint/2010/main" val="145932121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5B20FB-2A8C-4018-92A4-5CE43964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9CD560-2483-432E-AFAB-047878AA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9A80F-939E-4603-B1CC-B89CA26B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FACULTATIVE-AEROBE TRAIT EXPANSION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3C586-CB68-4C79-934C-10D602BD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Condition share among target-taxon expansions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53655-413B-4341-B022-762FA84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Facultative-aerobe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8992D-C3BE-4C0B-9DA5-408E693E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ec1b0d89443de"/>
          <a:stretch xmlns:a="http://schemas.openxmlformats.org/drawingml/2006/main"/>
        </p:blipFill>
        <p:spPr>
          <a:xfrm xmlns:a="http://schemas.openxmlformats.org/drawingml/2006/main">
            <a:off x="2943777" y="1104900"/>
            <a:ext cx="6304446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603E3-7A58-43E4-BDEA-206F0E62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target_taxa_condition_breakdown_pie.png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5B01F-12AA-40A9-8423-712D870E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17120862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941CEC-89D6-4F6A-854C-7DCE0880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DEEDC-8983-499F-A816-9A0AD80D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A0578-9AFE-4F88-B53D-56CE99A8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FACULTATIVE-AEROBE TRAIT EXPANSION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8146B-5715-447A-8124-E5059434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Top conditions among target-taxon expansions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78416E-96E3-4038-B172-7273AB1B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Facultative-aerobe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C9BA1F-F695-46F7-9ED9-58254574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1a8d437474d23"/>
          <a:stretch xmlns:a="http://schemas.openxmlformats.org/drawingml/2006/main"/>
        </p:blipFill>
        <p:spPr>
          <a:xfrm xmlns:a="http://schemas.openxmlformats.org/drawingml/2006/main">
            <a:off x="2440165" y="1104900"/>
            <a:ext cx="7311670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0CC47-CEB4-486B-B7D0-FEF3F8BD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target_taxa_condition_breakdown_histogram.png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4FC73-3034-4F4B-9BD7-36C16050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67205816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DBCF6D-003F-438D-96B6-BBD9703F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A2B63-C844-4310-95DB-2945720B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A1379A-E267-41D0-9F7A-3BA451D2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E123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E123C"/>
                </a:solidFill>
                <a:latin typeface="Aptos"/>
                <a:ea typeface="Aptos"/>
                <a:cs typeface="Aptos"/>
              </a:rPr>
              <a:t>FACULTATIVE-AEROBE TRAIT EXPANSION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6C17D-401C-412D-9BB7-356D0360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Anatomical sites of increased-profile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A62893-B0B8-460C-9643-DF8FC0C9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"/>
            <a:ext cx="175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Facultative-aerobe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4C29BE-F85F-4E13-9E32-FB483ABB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11125200" cy="512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cf80344194e88"/>
          <a:stretch xmlns:a="http://schemas.openxmlformats.org/drawingml/2006/main"/>
        </p:blipFill>
        <p:spPr>
          <a:xfrm xmlns:a="http://schemas.openxmlformats.org/drawingml/2006/main">
            <a:off x="3182340" y="1104900"/>
            <a:ext cx="5827320" cy="5124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A7FE7-A25A-4A6C-9CF7-062526A6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762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anatomical_sites_diagram.png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33E35-3C87-4245-8717-EFA93C90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640080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5724709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2026-06-01T19:15:17.8540000Z</dcterms:created>
  <dcterms:modified xsi:type="dcterms:W3CDTF">2026-06-01T19:15:17.8540000Z</dcterms:modified>
</coreProperties>
</file>